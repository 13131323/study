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6" r:id="rId1"/>
  </p:sldMasterIdLst>
  <p:notesMasterIdLst>
    <p:notesMasterId r:id="rId7"/>
  </p:notesMasterIdLst>
  <p:handoutMasterIdLst>
    <p:handoutMasterId r:id="rId8"/>
  </p:handoutMasterIdLst>
  <p:sldIdLst>
    <p:sldId id="406" r:id="rId2"/>
    <p:sldId id="399" r:id="rId3"/>
    <p:sldId id="403" r:id="rId4"/>
    <p:sldId id="404" r:id="rId5"/>
    <p:sldId id="407" r:id="rId6"/>
  </p:sldIdLst>
  <p:sldSz cx="12192000" cy="6858000"/>
  <p:notesSz cx="6858000" cy="9144000"/>
  <p:embeddedFontLst>
    <p:embeddedFont>
      <p:font typeface="KoPubWorld돋움체 Bold" panose="020B0600000101010101" charset="-127"/>
      <p:bold r:id="rId9"/>
    </p:embeddedFont>
    <p:embeddedFont>
      <p:font typeface="KoPubWorld돋움체 Light" panose="020B0600000101010101" charset="-127"/>
      <p:regular r:id="rId10"/>
    </p:embeddedFont>
    <p:embeddedFont>
      <p:font typeface="KoPubWorld돋움체 Medium" panose="020B0600000101010101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55B48-E090-4140-BF48-B588C34AB664}" v="41" dt="2026-03-04T03:27:56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5201" autoAdjust="0"/>
  </p:normalViewPr>
  <p:slideViewPr>
    <p:cSldViewPr snapToGrid="0">
      <p:cViewPr varScale="1">
        <p:scale>
          <a:sx n="84" d="100"/>
          <a:sy n="84" d="100"/>
        </p:scale>
        <p:origin x="36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hwa lee" userId="eaddeca5f26de5d9" providerId="LiveId" clId="{0C4222AC-BE1C-4707-9ED1-5B56C59E6508}"/>
    <pc:docChg chg="undo redo custSel addSld delSld modSld sldOrd">
      <pc:chgData name="jonghwa lee" userId="eaddeca5f26de5d9" providerId="LiveId" clId="{0C4222AC-BE1C-4707-9ED1-5B56C59E6508}" dt="2026-03-04T05:28:49.549" v="1161" actId="478"/>
      <pc:docMkLst>
        <pc:docMk/>
      </pc:docMkLst>
      <pc:sldChg chg="addSp modSp mod">
        <pc:chgData name="jonghwa lee" userId="eaddeca5f26de5d9" providerId="LiveId" clId="{0C4222AC-BE1C-4707-9ED1-5B56C59E6508}" dt="2026-03-04T03:20:14.856" v="1073"/>
        <pc:sldMkLst>
          <pc:docMk/>
          <pc:sldMk cId="3754747658" sldId="403"/>
        </pc:sldMkLst>
        <pc:spChg chg="add mod">
          <ac:chgData name="jonghwa lee" userId="eaddeca5f26de5d9" providerId="LiveId" clId="{0C4222AC-BE1C-4707-9ED1-5B56C59E6508}" dt="2026-03-04T03:20:14.856" v="1073"/>
          <ac:spMkLst>
            <pc:docMk/>
            <pc:sldMk cId="3754747658" sldId="403"/>
            <ac:spMk id="41" creationId="{79CB8D19-97F3-9F59-B171-CA08713C38BF}"/>
          </ac:spMkLst>
        </pc:spChg>
        <pc:spChg chg="mod">
          <ac:chgData name="jonghwa lee" userId="eaddeca5f26de5d9" providerId="LiveId" clId="{0C4222AC-BE1C-4707-9ED1-5B56C59E6508}" dt="2026-03-04T03:11:13.685" v="947" actId="1076"/>
          <ac:spMkLst>
            <pc:docMk/>
            <pc:sldMk cId="3754747658" sldId="403"/>
            <ac:spMk id="57" creationId="{A3FE839F-73C5-DACF-5D3A-11999D64BA65}"/>
          </ac:spMkLst>
        </pc:spChg>
        <pc:cxnChg chg="add mod">
          <ac:chgData name="jonghwa lee" userId="eaddeca5f26de5d9" providerId="LiveId" clId="{0C4222AC-BE1C-4707-9ED1-5B56C59E6508}" dt="2026-03-04T03:20:14.856" v="1073"/>
          <ac:cxnSpMkLst>
            <pc:docMk/>
            <pc:sldMk cId="3754747658" sldId="403"/>
            <ac:cxnSpMk id="2" creationId="{2618BBF9-1A4A-AC7E-01E7-C25D16773105}"/>
          </ac:cxnSpMkLst>
        </pc:cxnChg>
        <pc:cxnChg chg="add mod">
          <ac:chgData name="jonghwa lee" userId="eaddeca5f26de5d9" providerId="LiveId" clId="{0C4222AC-BE1C-4707-9ED1-5B56C59E6508}" dt="2026-03-04T03:20:14.856" v="1073"/>
          <ac:cxnSpMkLst>
            <pc:docMk/>
            <pc:sldMk cId="3754747658" sldId="403"/>
            <ac:cxnSpMk id="3" creationId="{8324A29D-D012-840D-3CE9-124FC57580B5}"/>
          </ac:cxnSpMkLst>
        </pc:cxnChg>
        <pc:cxnChg chg="add mod">
          <ac:chgData name="jonghwa lee" userId="eaddeca5f26de5d9" providerId="LiveId" clId="{0C4222AC-BE1C-4707-9ED1-5B56C59E6508}" dt="2026-03-04T03:20:14.856" v="1073"/>
          <ac:cxnSpMkLst>
            <pc:docMk/>
            <pc:sldMk cId="3754747658" sldId="403"/>
            <ac:cxnSpMk id="4" creationId="{6721A0CB-713A-C9FF-8F68-6D73C20A0332}"/>
          </ac:cxnSpMkLst>
        </pc:cxnChg>
        <pc:cxnChg chg="mod">
          <ac:chgData name="jonghwa lee" userId="eaddeca5f26de5d9" providerId="LiveId" clId="{0C4222AC-BE1C-4707-9ED1-5B56C59E6508}" dt="2026-03-04T03:11:14.328" v="948" actId="1076"/>
          <ac:cxnSpMkLst>
            <pc:docMk/>
            <pc:sldMk cId="3754747658" sldId="403"/>
            <ac:cxnSpMk id="59" creationId="{C8DECFB6-9863-4DC1-CFEE-29CFEDF09419}"/>
          </ac:cxnSpMkLst>
        </pc:cxnChg>
        <pc:cxnChg chg="mod">
          <ac:chgData name="jonghwa lee" userId="eaddeca5f26de5d9" providerId="LiveId" clId="{0C4222AC-BE1C-4707-9ED1-5B56C59E6508}" dt="2026-03-04T03:11:15.251" v="949" actId="1076"/>
          <ac:cxnSpMkLst>
            <pc:docMk/>
            <pc:sldMk cId="3754747658" sldId="403"/>
            <ac:cxnSpMk id="60" creationId="{AA30A1CA-AE9E-5228-3C28-DE7DEC69A600}"/>
          </ac:cxnSpMkLst>
        </pc:cxnChg>
      </pc:sldChg>
      <pc:sldChg chg="addSp delSp modSp mod ord">
        <pc:chgData name="jonghwa lee" userId="eaddeca5f26de5d9" providerId="LiveId" clId="{0C4222AC-BE1C-4707-9ED1-5B56C59E6508}" dt="2026-03-04T05:28:49.549" v="1161" actId="478"/>
        <pc:sldMkLst>
          <pc:docMk/>
          <pc:sldMk cId="1456267153" sldId="407"/>
        </pc:sldMkLst>
        <pc:spChg chg="mod">
          <ac:chgData name="jonghwa lee" userId="eaddeca5f26de5d9" providerId="LiveId" clId="{0C4222AC-BE1C-4707-9ED1-5B56C59E6508}" dt="2026-03-04T02:51:56.353" v="574"/>
          <ac:spMkLst>
            <pc:docMk/>
            <pc:sldMk cId="1456267153" sldId="407"/>
            <ac:spMk id="3" creationId="{FA25785D-30F2-DBD0-5CF7-966C30868EA3}"/>
          </ac:spMkLst>
        </pc:spChg>
        <pc:spChg chg="mod">
          <ac:chgData name="jonghwa lee" userId="eaddeca5f26de5d9" providerId="LiveId" clId="{0C4222AC-BE1C-4707-9ED1-5B56C59E6508}" dt="2026-03-04T02:51:56.353" v="574"/>
          <ac:spMkLst>
            <pc:docMk/>
            <pc:sldMk cId="1456267153" sldId="407"/>
            <ac:spMk id="11" creationId="{048699EF-9F47-584C-6A00-25876CC8D387}"/>
          </ac:spMkLst>
        </pc:spChg>
        <pc:spChg chg="mod">
          <ac:chgData name="jonghwa lee" userId="eaddeca5f26de5d9" providerId="LiveId" clId="{0C4222AC-BE1C-4707-9ED1-5B56C59E6508}" dt="2026-03-04T02:55:36.440" v="645" actId="20577"/>
          <ac:spMkLst>
            <pc:docMk/>
            <pc:sldMk cId="1456267153" sldId="407"/>
            <ac:spMk id="12" creationId="{E19471E7-8DE1-A7D7-54DD-C34EFF6B9DF2}"/>
          </ac:spMkLst>
        </pc:spChg>
        <pc:spChg chg="mod">
          <ac:chgData name="jonghwa lee" userId="eaddeca5f26de5d9" providerId="LiveId" clId="{0C4222AC-BE1C-4707-9ED1-5B56C59E6508}" dt="2026-03-04T02:51:56.353" v="574"/>
          <ac:spMkLst>
            <pc:docMk/>
            <pc:sldMk cId="1456267153" sldId="407"/>
            <ac:spMk id="13" creationId="{58B9DD25-099C-91D3-6F51-976B61A1D634}"/>
          </ac:spMkLst>
        </pc:spChg>
        <pc:spChg chg="mod">
          <ac:chgData name="jonghwa lee" userId="eaddeca5f26de5d9" providerId="LiveId" clId="{0C4222AC-BE1C-4707-9ED1-5B56C59E6508}" dt="2026-03-04T03:27:35.822" v="1150" actId="14100"/>
          <ac:spMkLst>
            <pc:docMk/>
            <pc:sldMk cId="1456267153" sldId="407"/>
            <ac:spMk id="21" creationId="{885ADFA5-75FB-7B1E-D4D8-42C42C19BFA2}"/>
          </ac:spMkLst>
        </pc:spChg>
        <pc:spChg chg="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30" creationId="{D28CC021-491F-3D88-088D-0BB9C7FE8423}"/>
          </ac:spMkLst>
        </pc:spChg>
        <pc:spChg chg="mod">
          <ac:chgData name="jonghwa lee" userId="eaddeca5f26de5d9" providerId="LiveId" clId="{0C4222AC-BE1C-4707-9ED1-5B56C59E6508}" dt="2026-03-04T03:06:58.912" v="788"/>
          <ac:spMkLst>
            <pc:docMk/>
            <pc:sldMk cId="1456267153" sldId="407"/>
            <ac:spMk id="34" creationId="{885ADFA5-75FB-7B1E-D4D8-42C42C19BFA2}"/>
          </ac:spMkLst>
        </pc:spChg>
        <pc:spChg chg="mod">
          <ac:chgData name="jonghwa lee" userId="eaddeca5f26de5d9" providerId="LiveId" clId="{0C4222AC-BE1C-4707-9ED1-5B56C59E6508}" dt="2026-03-04T03:06:58.912" v="788"/>
          <ac:spMkLst>
            <pc:docMk/>
            <pc:sldMk cId="1456267153" sldId="407"/>
            <ac:spMk id="36" creationId="{7978EFCE-6994-FDF7-9E3C-9CF2D046CFAD}"/>
          </ac:spMkLst>
        </pc:spChg>
        <pc:spChg chg="mod">
          <ac:chgData name="jonghwa lee" userId="eaddeca5f26de5d9" providerId="LiveId" clId="{0C4222AC-BE1C-4707-9ED1-5B56C59E6508}" dt="2026-03-04T03:07:24.202" v="814" actId="20577"/>
          <ac:spMkLst>
            <pc:docMk/>
            <pc:sldMk cId="1456267153" sldId="407"/>
            <ac:spMk id="37" creationId="{71D55D4F-579F-A468-A8D4-1024FDDC4376}"/>
          </ac:spMkLst>
        </pc:spChg>
        <pc:spChg chg="mod">
          <ac:chgData name="jonghwa lee" userId="eaddeca5f26de5d9" providerId="LiveId" clId="{0C4222AC-BE1C-4707-9ED1-5B56C59E6508}" dt="2026-03-04T03:06:58.912" v="788"/>
          <ac:spMkLst>
            <pc:docMk/>
            <pc:sldMk cId="1456267153" sldId="407"/>
            <ac:spMk id="38" creationId="{AE026BC4-4150-0690-236B-4E73DA27959F}"/>
          </ac:spMkLst>
        </pc:spChg>
        <pc:spChg chg="mod">
          <ac:chgData name="jonghwa lee" userId="eaddeca5f26de5d9" providerId="LiveId" clId="{0C4222AC-BE1C-4707-9ED1-5B56C59E6508}" dt="2026-03-04T02:52:28.396" v="589" actId="1076"/>
          <ac:spMkLst>
            <pc:docMk/>
            <pc:sldMk cId="1456267153" sldId="407"/>
            <ac:spMk id="42" creationId="{7978EFCE-6994-FDF7-9E3C-9CF2D046CFAD}"/>
          </ac:spMkLst>
        </pc:spChg>
        <pc:spChg chg="mod">
          <ac:chgData name="jonghwa lee" userId="eaddeca5f26de5d9" providerId="LiveId" clId="{0C4222AC-BE1C-4707-9ED1-5B56C59E6508}" dt="2026-03-04T03:06:36.813" v="756" actId="20577"/>
          <ac:spMkLst>
            <pc:docMk/>
            <pc:sldMk cId="1456267153" sldId="407"/>
            <ac:spMk id="43" creationId="{71D55D4F-579F-A468-A8D4-1024FDDC4376}"/>
          </ac:spMkLst>
        </pc:spChg>
        <pc:spChg chg="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55" creationId="{7A016921-5BAF-F27A-6859-E148673184D1}"/>
          </ac:spMkLst>
        </pc:spChg>
        <pc:spChg chg="mod">
          <ac:chgData name="jonghwa lee" userId="eaddeca5f26de5d9" providerId="LiveId" clId="{0C4222AC-BE1C-4707-9ED1-5B56C59E6508}" dt="2026-03-04T03:08:51.629" v="914" actId="14100"/>
          <ac:spMkLst>
            <pc:docMk/>
            <pc:sldMk cId="1456267153" sldId="407"/>
            <ac:spMk id="59" creationId="{7F30E894-AC31-A70E-E334-187AEA9A0279}"/>
          </ac:spMkLst>
        </pc:spChg>
        <pc:spChg chg="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61" creationId="{BFCEB735-6141-95DA-5275-4FBE013B2129}"/>
          </ac:spMkLst>
        </pc:spChg>
        <pc:spChg chg="mod">
          <ac:chgData name="jonghwa lee" userId="eaddeca5f26de5d9" providerId="LiveId" clId="{0C4222AC-BE1C-4707-9ED1-5B56C59E6508}" dt="2026-03-04T03:08:33.716" v="897" actId="20577"/>
          <ac:spMkLst>
            <pc:docMk/>
            <pc:sldMk cId="1456267153" sldId="407"/>
            <ac:spMk id="62" creationId="{DE212BA3-F320-22E1-5310-F36681DA2743}"/>
          </ac:spMkLst>
        </pc:spChg>
        <pc:spChg chg="mod">
          <ac:chgData name="jonghwa lee" userId="eaddeca5f26de5d9" providerId="LiveId" clId="{0C4222AC-BE1C-4707-9ED1-5B56C59E6508}" dt="2026-03-04T03:08:45.799" v="912" actId="20577"/>
          <ac:spMkLst>
            <pc:docMk/>
            <pc:sldMk cId="1456267153" sldId="407"/>
            <ac:spMk id="63" creationId="{86C253C5-FD96-2B70-DA10-816E6E89BBFD}"/>
          </ac:spMkLst>
        </pc:spChg>
        <pc:spChg chg="mod">
          <ac:chgData name="jonghwa lee" userId="eaddeca5f26de5d9" providerId="LiveId" clId="{0C4222AC-BE1C-4707-9ED1-5B56C59E6508}" dt="2026-03-04T03:08:08.647" v="858" actId="20577"/>
          <ac:spMkLst>
            <pc:docMk/>
            <pc:sldMk cId="1456267153" sldId="407"/>
            <ac:spMk id="66" creationId="{2FD8C16B-47B6-79A0-58F4-F26545F789C2}"/>
          </ac:spMkLst>
        </pc:spChg>
        <pc:spChg chg="add 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74" creationId="{24C7104F-78C6-0864-13C8-C58FE9EA7740}"/>
          </ac:spMkLst>
        </pc:spChg>
        <pc:spChg chg="add mod">
          <ac:chgData name="jonghwa lee" userId="eaddeca5f26de5d9" providerId="LiveId" clId="{0C4222AC-BE1C-4707-9ED1-5B56C59E6508}" dt="2026-03-04T03:10:52.936" v="944"/>
          <ac:spMkLst>
            <pc:docMk/>
            <pc:sldMk cId="1456267153" sldId="407"/>
            <ac:spMk id="81" creationId="{C884FC75-4BBD-6648-381A-9F5DDF2668D4}"/>
          </ac:spMkLst>
        </pc:spChg>
        <pc:spChg chg="add 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86" creationId="{FA087DAE-15B8-F531-6781-9616E49D996B}"/>
          </ac:spMkLst>
        </pc:spChg>
        <pc:spChg chg="add 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95" creationId="{5FFF49DB-7CAC-5E13-A73F-C3905193167B}"/>
          </ac:spMkLst>
        </pc:spChg>
        <pc:spChg chg="mod">
          <ac:chgData name="jonghwa lee" userId="eaddeca5f26de5d9" providerId="LiveId" clId="{0C4222AC-BE1C-4707-9ED1-5B56C59E6508}" dt="2026-03-04T03:19:00.364" v="1052" actId="14100"/>
          <ac:spMkLst>
            <pc:docMk/>
            <pc:sldMk cId="1456267153" sldId="407"/>
            <ac:spMk id="100" creationId="{E0593110-FB86-72C8-F0A3-43C2ECC1EF26}"/>
          </ac:spMkLst>
        </pc:spChg>
        <pc:spChg chg="mod">
          <ac:chgData name="jonghwa lee" userId="eaddeca5f26de5d9" providerId="LiveId" clId="{0C4222AC-BE1C-4707-9ED1-5B56C59E6508}" dt="2026-03-04T03:18:03.307" v="960"/>
          <ac:spMkLst>
            <pc:docMk/>
            <pc:sldMk cId="1456267153" sldId="407"/>
            <ac:spMk id="102" creationId="{6F88A706-5BF3-A4BA-2EE2-406CF2BEBF66}"/>
          </ac:spMkLst>
        </pc:spChg>
        <pc:spChg chg="mod">
          <ac:chgData name="jonghwa lee" userId="eaddeca5f26de5d9" providerId="LiveId" clId="{0C4222AC-BE1C-4707-9ED1-5B56C59E6508}" dt="2026-03-04T03:18:51.519" v="1049" actId="20577"/>
          <ac:spMkLst>
            <pc:docMk/>
            <pc:sldMk cId="1456267153" sldId="407"/>
            <ac:spMk id="103" creationId="{9430B5B2-4A13-7DA0-1E92-A971FA5F84F8}"/>
          </ac:spMkLst>
        </pc:spChg>
        <pc:spChg chg="mod">
          <ac:chgData name="jonghwa lee" userId="eaddeca5f26de5d9" providerId="LiveId" clId="{0C4222AC-BE1C-4707-9ED1-5B56C59E6508}" dt="2026-03-04T03:18:18.294" v="976" actId="20577"/>
          <ac:spMkLst>
            <pc:docMk/>
            <pc:sldMk cId="1456267153" sldId="407"/>
            <ac:spMk id="104" creationId="{A875EB24-514D-B036-D979-3207EE83F491}"/>
          </ac:spMkLst>
        </pc:spChg>
        <pc:spChg chg="add 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120" creationId="{AC41C6AE-3B3C-4B5F-A87B-CCE8C891142C}"/>
          </ac:spMkLst>
        </pc:spChg>
        <pc:spChg chg="add mod">
          <ac:chgData name="jonghwa lee" userId="eaddeca5f26de5d9" providerId="LiveId" clId="{0C4222AC-BE1C-4707-9ED1-5B56C59E6508}" dt="2026-03-04T03:25:37.914" v="1101" actId="1076"/>
          <ac:spMkLst>
            <pc:docMk/>
            <pc:sldMk cId="1456267153" sldId="407"/>
            <ac:spMk id="133" creationId="{606A1BBC-9E2A-2FB2-C2DB-8DEF53ECEA6B}"/>
          </ac:spMkLst>
        </pc:spChg>
        <pc:spChg chg="mod">
          <ac:chgData name="jonghwa lee" userId="eaddeca5f26de5d9" providerId="LiveId" clId="{0C4222AC-BE1C-4707-9ED1-5B56C59E6508}" dt="2026-03-04T03:25:50.618" v="1103"/>
          <ac:spMkLst>
            <pc:docMk/>
            <pc:sldMk cId="1456267153" sldId="407"/>
            <ac:spMk id="135" creationId="{DC40E58D-1E2C-6D18-2D88-06E1811524CA}"/>
          </ac:spMkLst>
        </pc:spChg>
        <pc:spChg chg="mod">
          <ac:chgData name="jonghwa lee" userId="eaddeca5f26de5d9" providerId="LiveId" clId="{0C4222AC-BE1C-4707-9ED1-5B56C59E6508}" dt="2026-03-04T03:25:50.618" v="1103"/>
          <ac:spMkLst>
            <pc:docMk/>
            <pc:sldMk cId="1456267153" sldId="407"/>
            <ac:spMk id="137" creationId="{952FCD98-EF60-9453-DF9F-7CD58296448D}"/>
          </ac:spMkLst>
        </pc:spChg>
        <pc:spChg chg="mod">
          <ac:chgData name="jonghwa lee" userId="eaddeca5f26de5d9" providerId="LiveId" clId="{0C4222AC-BE1C-4707-9ED1-5B56C59E6508}" dt="2026-03-04T03:26:16.605" v="1123" actId="20577"/>
          <ac:spMkLst>
            <pc:docMk/>
            <pc:sldMk cId="1456267153" sldId="407"/>
            <ac:spMk id="138" creationId="{73210DF9-80CB-F52E-E0B7-4CBE08F8D1BD}"/>
          </ac:spMkLst>
        </pc:spChg>
        <pc:spChg chg="mod">
          <ac:chgData name="jonghwa lee" userId="eaddeca5f26de5d9" providerId="LiveId" clId="{0C4222AC-BE1C-4707-9ED1-5B56C59E6508}" dt="2026-03-04T03:25:59.367" v="1122" actId="20577"/>
          <ac:spMkLst>
            <pc:docMk/>
            <pc:sldMk cId="1456267153" sldId="407"/>
            <ac:spMk id="139" creationId="{D47F890E-3543-E660-DB69-CEA424455079}"/>
          </ac:spMkLst>
        </pc:spChg>
        <pc:spChg chg="add mod">
          <ac:chgData name="jonghwa lee" userId="eaddeca5f26de5d9" providerId="LiveId" clId="{0C4222AC-BE1C-4707-9ED1-5B56C59E6508}" dt="2026-03-04T03:27:03.173" v="1143" actId="1076"/>
          <ac:spMkLst>
            <pc:docMk/>
            <pc:sldMk cId="1456267153" sldId="407"/>
            <ac:spMk id="149" creationId="{45B20F08-9C04-2DE2-1A86-CA233B93E544}"/>
          </ac:spMkLst>
        </pc:spChg>
        <pc:spChg chg="add mod">
          <ac:chgData name="jonghwa lee" userId="eaddeca5f26de5d9" providerId="LiveId" clId="{0C4222AC-BE1C-4707-9ED1-5B56C59E6508}" dt="2026-03-04T03:28:01.892" v="1157" actId="1076"/>
          <ac:spMkLst>
            <pc:docMk/>
            <pc:sldMk cId="1456267153" sldId="407"/>
            <ac:spMk id="157" creationId="{12CD37E2-AC22-710D-2202-42B6A7BC17C4}"/>
          </ac:spMkLst>
        </pc:spChg>
        <pc:grpChg chg="add mod">
          <ac:chgData name="jonghwa lee" userId="eaddeca5f26de5d9" providerId="LiveId" clId="{0C4222AC-BE1C-4707-9ED1-5B56C59E6508}" dt="2026-03-04T03:26:49.003" v="1140" actId="1076"/>
          <ac:grpSpMkLst>
            <pc:docMk/>
            <pc:sldMk cId="1456267153" sldId="407"/>
            <ac:grpSpMk id="2" creationId="{AAF4AFCC-6F67-CC44-1FED-B043938616C0}"/>
          </ac:grpSpMkLst>
        </pc:grpChg>
        <pc:grpChg chg="mod">
          <ac:chgData name="jonghwa lee" userId="eaddeca5f26de5d9" providerId="LiveId" clId="{0C4222AC-BE1C-4707-9ED1-5B56C59E6508}" dt="2026-03-04T03:25:40.371" v="1102" actId="1076"/>
          <ac:grpSpMkLst>
            <pc:docMk/>
            <pc:sldMk cId="1456267153" sldId="407"/>
            <ac:grpSpMk id="14" creationId="{DFF739B6-FE53-DA8D-1EA2-A910E55D681F}"/>
          </ac:grpSpMkLst>
        </pc:grpChg>
        <pc:grpChg chg="mod">
          <ac:chgData name="jonghwa lee" userId="eaddeca5f26de5d9" providerId="LiveId" clId="{0C4222AC-BE1C-4707-9ED1-5B56C59E6508}" dt="2026-03-04T03:25:37.914" v="1101" actId="1076"/>
          <ac:grpSpMkLst>
            <pc:docMk/>
            <pc:sldMk cId="1456267153" sldId="407"/>
            <ac:grpSpMk id="20" creationId="{DFF739B6-FE53-DA8D-1EA2-A910E55D681F}"/>
          </ac:grpSpMkLst>
        </pc:grpChg>
        <pc:grpChg chg="mod">
          <ac:chgData name="jonghwa lee" userId="eaddeca5f26de5d9" providerId="LiveId" clId="{0C4222AC-BE1C-4707-9ED1-5B56C59E6508}" dt="2026-03-04T03:06:58.912" v="788"/>
          <ac:grpSpMkLst>
            <pc:docMk/>
            <pc:sldMk cId="1456267153" sldId="407"/>
            <ac:grpSpMk id="33" creationId="{DFF739B6-FE53-DA8D-1EA2-A910E55D681F}"/>
          </ac:grpSpMkLst>
        </pc:grpChg>
        <pc:grpChg chg="mod">
          <ac:chgData name="jonghwa lee" userId="eaddeca5f26de5d9" providerId="LiveId" clId="{0C4222AC-BE1C-4707-9ED1-5B56C59E6508}" dt="2026-03-04T03:25:37.914" v="1101" actId="1076"/>
          <ac:grpSpMkLst>
            <pc:docMk/>
            <pc:sldMk cId="1456267153" sldId="407"/>
            <ac:grpSpMk id="39" creationId="{DFF739B6-FE53-DA8D-1EA2-A910E55D681F}"/>
          </ac:grpSpMkLst>
        </pc:grpChg>
        <pc:grpChg chg="add mod">
          <ac:chgData name="jonghwa lee" userId="eaddeca5f26de5d9" providerId="LiveId" clId="{0C4222AC-BE1C-4707-9ED1-5B56C59E6508}" dt="2026-03-04T03:08:56.311" v="917" actId="1076"/>
          <ac:grpSpMkLst>
            <pc:docMk/>
            <pc:sldMk cId="1456267153" sldId="407"/>
            <ac:grpSpMk id="58" creationId="{330F82CE-2021-268D-DA50-56973CA8358C}"/>
          </ac:grpSpMkLst>
        </pc:grpChg>
        <pc:grpChg chg="add mod">
          <ac:chgData name="jonghwa lee" userId="eaddeca5f26de5d9" providerId="LiveId" clId="{0C4222AC-BE1C-4707-9ED1-5B56C59E6508}" dt="2026-03-04T03:19:03.612" v="1053" actId="1076"/>
          <ac:grpSpMkLst>
            <pc:docMk/>
            <pc:sldMk cId="1456267153" sldId="407"/>
            <ac:grpSpMk id="99" creationId="{E3CD962E-1793-AD5D-197C-00E8AA8B3724}"/>
          </ac:grpSpMkLst>
        </pc:grpChg>
        <pc:grpChg chg="add mod">
          <ac:chgData name="jonghwa lee" userId="eaddeca5f26de5d9" providerId="LiveId" clId="{0C4222AC-BE1C-4707-9ED1-5B56C59E6508}" dt="2026-03-04T03:26:19.754" v="1124" actId="14100"/>
          <ac:grpSpMkLst>
            <pc:docMk/>
            <pc:sldMk cId="1456267153" sldId="407"/>
            <ac:grpSpMk id="134" creationId="{06C13B18-49BC-13CF-4FE8-08B5F7511F6D}"/>
          </ac:grpSpMkLst>
        </pc:grpChg>
        <pc:graphicFrameChg chg="add del modGraphic">
          <ac:chgData name="jonghwa lee" userId="eaddeca5f26de5d9" providerId="LiveId" clId="{0C4222AC-BE1C-4707-9ED1-5B56C59E6508}" dt="2026-03-04T05:28:49.549" v="1161" actId="478"/>
          <ac:graphicFrameMkLst>
            <pc:docMk/>
            <pc:sldMk cId="1456267153" sldId="407"/>
            <ac:graphicFrameMk id="48" creationId="{9B4272ED-9683-F779-018C-1195175F0450}"/>
          </ac:graphicFrameMkLst>
        </pc:graphicFrameChg>
        <pc:cxnChg chg="mod">
          <ac:chgData name="jonghwa lee" userId="eaddeca5f26de5d9" providerId="LiveId" clId="{0C4222AC-BE1C-4707-9ED1-5B56C59E6508}" dt="2026-03-04T02:51:56.353" v="574"/>
          <ac:cxnSpMkLst>
            <pc:docMk/>
            <pc:sldMk cId="1456267153" sldId="407"/>
            <ac:cxnSpMk id="4" creationId="{8D8C5563-D4E9-A3E2-FCE8-F7847338518A}"/>
          </ac:cxnSpMkLst>
        </pc:cxnChg>
        <pc:cxnChg chg="mod">
          <ac:chgData name="jonghwa lee" userId="eaddeca5f26de5d9" providerId="LiveId" clId="{0C4222AC-BE1C-4707-9ED1-5B56C59E6508}" dt="2026-03-04T03:06:58.912" v="788"/>
          <ac:cxnSpMkLst>
            <pc:docMk/>
            <pc:sldMk cId="1456267153" sldId="407"/>
            <ac:cxnSpMk id="35" creationId="{D7CCD2DC-A660-6083-18E9-545928039B6E}"/>
          </ac:cxnSpMkLst>
        </pc:cxnChg>
        <pc:cxnChg chg="mod">
          <ac:chgData name="jonghwa lee" userId="eaddeca5f26de5d9" providerId="LiveId" clId="{0C4222AC-BE1C-4707-9ED1-5B56C59E6508}" dt="2026-03-04T03:09:19.920" v="926" actId="14100"/>
          <ac:cxnSpMkLst>
            <pc:docMk/>
            <pc:sldMk cId="1456267153" sldId="407"/>
            <ac:cxnSpMk id="45" creationId="{89E356F9-1A26-F30A-197F-4B91B4619CC1}"/>
          </ac:cxnSpMkLst>
        </pc:cxnChg>
        <pc:cxnChg chg="add mod">
          <ac:chgData name="jonghwa lee" userId="eaddeca5f26de5d9" providerId="LiveId" clId="{0C4222AC-BE1C-4707-9ED1-5B56C59E6508}" dt="2026-03-04T02:53:41.396" v="610" actId="1076"/>
          <ac:cxnSpMkLst>
            <pc:docMk/>
            <pc:sldMk cId="1456267153" sldId="407"/>
            <ac:cxnSpMk id="46" creationId="{4489EC19-54D0-8303-8A2F-1A543C748D0B}"/>
          </ac:cxnSpMkLst>
        </pc:cxnChg>
        <pc:cxnChg chg="mod">
          <ac:chgData name="jonghwa lee" userId="eaddeca5f26de5d9" providerId="LiveId" clId="{0C4222AC-BE1C-4707-9ED1-5B56C59E6508}" dt="2026-03-04T03:09:35.350" v="930" actId="1076"/>
          <ac:cxnSpMkLst>
            <pc:docMk/>
            <pc:sldMk cId="1456267153" sldId="407"/>
            <ac:cxnSpMk id="54" creationId="{D978B103-B5E0-D4AC-799F-61DAEFE2412F}"/>
          </ac:cxnSpMkLst>
        </pc:cxnChg>
        <pc:cxnChg chg="add mod">
          <ac:chgData name="jonghwa lee" userId="eaddeca5f26de5d9" providerId="LiveId" clId="{0C4222AC-BE1C-4707-9ED1-5B56C59E6508}" dt="2026-03-04T02:53:50.642" v="613" actId="1076"/>
          <ac:cxnSpMkLst>
            <pc:docMk/>
            <pc:sldMk cId="1456267153" sldId="407"/>
            <ac:cxnSpMk id="56" creationId="{061DF068-0EFE-3033-95CB-D5ED8314F623}"/>
          </ac:cxnSpMkLst>
        </pc:cxnChg>
        <pc:cxnChg chg="del">
          <ac:chgData name="jonghwa lee" userId="eaddeca5f26de5d9" providerId="LiveId" clId="{0C4222AC-BE1C-4707-9ED1-5B56C59E6508}" dt="2026-03-04T02:53:02.667" v="594" actId="478"/>
          <ac:cxnSpMkLst>
            <pc:docMk/>
            <pc:sldMk cId="1456267153" sldId="407"/>
            <ac:cxnSpMk id="57" creationId="{89E356F9-1A26-F30A-197F-4B91B4619CC1}"/>
          </ac:cxnSpMkLst>
        </pc:cxnChg>
        <pc:cxnChg chg="mod">
          <ac:chgData name="jonghwa lee" userId="eaddeca5f26de5d9" providerId="LiveId" clId="{0C4222AC-BE1C-4707-9ED1-5B56C59E6508}" dt="2026-03-04T03:07:37.442" v="815"/>
          <ac:cxnSpMkLst>
            <pc:docMk/>
            <pc:sldMk cId="1456267153" sldId="407"/>
            <ac:cxnSpMk id="60" creationId="{5DFA1468-AF89-EAF8-56D1-7837D28115EF}"/>
          </ac:cxnSpMkLst>
        </pc:cxnChg>
        <pc:cxnChg chg="mod">
          <ac:chgData name="jonghwa lee" userId="eaddeca5f26de5d9" providerId="LiveId" clId="{0C4222AC-BE1C-4707-9ED1-5B56C59E6508}" dt="2026-03-04T02:53:44.744" v="611" actId="1076"/>
          <ac:cxnSpMkLst>
            <pc:docMk/>
            <pc:sldMk cId="1456267153" sldId="407"/>
            <ac:cxnSpMk id="65" creationId="{BC6DB9FE-3119-0AA0-ABB7-7E4FD5213F73}"/>
          </ac:cxnSpMkLst>
        </pc:cxnChg>
        <pc:cxnChg chg="add mod">
          <ac:chgData name="jonghwa lee" userId="eaddeca5f26de5d9" providerId="LiveId" clId="{0C4222AC-BE1C-4707-9ED1-5B56C59E6508}" dt="2026-03-04T03:09:47.047" v="936" actId="14100"/>
          <ac:cxnSpMkLst>
            <pc:docMk/>
            <pc:sldMk cId="1456267153" sldId="407"/>
            <ac:cxnSpMk id="69" creationId="{8BD353ED-D002-69F4-6DB0-C09DC7FD62F4}"/>
          </ac:cxnSpMkLst>
        </pc:cxnChg>
        <pc:cxnChg chg="add mod">
          <ac:chgData name="jonghwa lee" userId="eaddeca5f26de5d9" providerId="LiveId" clId="{0C4222AC-BE1C-4707-9ED1-5B56C59E6508}" dt="2026-03-04T03:09:54.179" v="938" actId="1076"/>
          <ac:cxnSpMkLst>
            <pc:docMk/>
            <pc:sldMk cId="1456267153" sldId="407"/>
            <ac:cxnSpMk id="73" creationId="{98CCEB89-13E9-6133-497C-AFFA1AF34713}"/>
          </ac:cxnSpMkLst>
        </pc:cxnChg>
        <pc:cxnChg chg="add mod">
          <ac:chgData name="jonghwa lee" userId="eaddeca5f26de5d9" providerId="LiveId" clId="{0C4222AC-BE1C-4707-9ED1-5B56C59E6508}" dt="2026-03-04T03:19:53.473" v="1068" actId="1076"/>
          <ac:cxnSpMkLst>
            <pc:docMk/>
            <pc:sldMk cId="1456267153" sldId="407"/>
            <ac:cxnSpMk id="75" creationId="{CC4AB60F-2EC8-7FBC-AD0C-8B9E1C9417B2}"/>
          </ac:cxnSpMkLst>
        </pc:cxnChg>
        <pc:cxnChg chg="add mod">
          <ac:chgData name="jonghwa lee" userId="eaddeca5f26de5d9" providerId="LiveId" clId="{0C4222AC-BE1C-4707-9ED1-5B56C59E6508}" dt="2026-03-04T03:19:53.473" v="1068" actId="1076"/>
          <ac:cxnSpMkLst>
            <pc:docMk/>
            <pc:sldMk cId="1456267153" sldId="407"/>
            <ac:cxnSpMk id="76" creationId="{80BFC8A8-D1DB-1315-A63A-FFED2441E7E2}"/>
          </ac:cxnSpMkLst>
        </pc:cxnChg>
        <pc:cxnChg chg="add mod">
          <ac:chgData name="jonghwa lee" userId="eaddeca5f26de5d9" providerId="LiveId" clId="{0C4222AC-BE1C-4707-9ED1-5B56C59E6508}" dt="2026-03-04T03:19:53.473" v="1068" actId="1076"/>
          <ac:cxnSpMkLst>
            <pc:docMk/>
            <pc:sldMk cId="1456267153" sldId="407"/>
            <ac:cxnSpMk id="77" creationId="{DFBD41DF-B10D-3B7F-B0F7-C8E5D1226174}"/>
          </ac:cxnSpMkLst>
        </pc:cxnChg>
        <pc:cxnChg chg="add mod">
          <ac:chgData name="jonghwa lee" userId="eaddeca5f26de5d9" providerId="LiveId" clId="{0C4222AC-BE1C-4707-9ED1-5B56C59E6508}" dt="2026-03-04T03:10:19.486" v="943" actId="1076"/>
          <ac:cxnSpMkLst>
            <pc:docMk/>
            <pc:sldMk cId="1456267153" sldId="407"/>
            <ac:cxnSpMk id="78" creationId="{E56D0F65-C13E-212E-6C40-76AD74A7492F}"/>
          </ac:cxnSpMkLst>
        </pc:cxnChg>
        <pc:cxnChg chg="add mod">
          <ac:chgData name="jonghwa lee" userId="eaddeca5f26de5d9" providerId="LiveId" clId="{0C4222AC-BE1C-4707-9ED1-5B56C59E6508}" dt="2026-03-04T03:10:52.936" v="944"/>
          <ac:cxnSpMkLst>
            <pc:docMk/>
            <pc:sldMk cId="1456267153" sldId="407"/>
            <ac:cxnSpMk id="80" creationId="{AAC9A43A-ECB0-4F33-E4B4-53371BC01BEE}"/>
          </ac:cxnSpMkLst>
        </pc:cxnChg>
        <pc:cxnChg chg="add mod">
          <ac:chgData name="jonghwa lee" userId="eaddeca5f26de5d9" providerId="LiveId" clId="{0C4222AC-BE1C-4707-9ED1-5B56C59E6508}" dt="2026-03-04T03:10:52.936" v="944"/>
          <ac:cxnSpMkLst>
            <pc:docMk/>
            <pc:sldMk cId="1456267153" sldId="407"/>
            <ac:cxnSpMk id="82" creationId="{FE6C099B-3578-A383-1E39-9C78F9BE52ED}"/>
          </ac:cxnSpMkLst>
        </pc:cxnChg>
        <pc:cxnChg chg="add mod">
          <ac:chgData name="jonghwa lee" userId="eaddeca5f26de5d9" providerId="LiveId" clId="{0C4222AC-BE1C-4707-9ED1-5B56C59E6508}" dt="2026-03-04T03:10:52.936" v="944"/>
          <ac:cxnSpMkLst>
            <pc:docMk/>
            <pc:sldMk cId="1456267153" sldId="407"/>
            <ac:cxnSpMk id="83" creationId="{AB536588-8E19-379B-C6F8-910CAF27C794}"/>
          </ac:cxnSpMkLst>
        </pc:cxnChg>
        <pc:cxnChg chg="add mod">
          <ac:chgData name="jonghwa lee" userId="eaddeca5f26de5d9" providerId="LiveId" clId="{0C4222AC-BE1C-4707-9ED1-5B56C59E6508}" dt="2026-03-04T03:10:52.936" v="944"/>
          <ac:cxnSpMkLst>
            <pc:docMk/>
            <pc:sldMk cId="1456267153" sldId="407"/>
            <ac:cxnSpMk id="84" creationId="{80273BBA-1C87-F6D4-BC2F-5E1F48A2C861}"/>
          </ac:cxnSpMkLst>
        </pc:cxnChg>
        <pc:cxnChg chg="add mod">
          <ac:chgData name="jonghwa lee" userId="eaddeca5f26de5d9" providerId="LiveId" clId="{0C4222AC-BE1C-4707-9ED1-5B56C59E6508}" dt="2026-03-04T03:11:00.377" v="946" actId="1076"/>
          <ac:cxnSpMkLst>
            <pc:docMk/>
            <pc:sldMk cId="1456267153" sldId="407"/>
            <ac:cxnSpMk id="85" creationId="{00E88A05-83F5-D2FE-4826-824CB75EBF95}"/>
          </ac:cxnSpMkLst>
        </pc:cxnChg>
        <pc:cxnChg chg="add mod">
          <ac:chgData name="jonghwa lee" userId="eaddeca5f26de5d9" providerId="LiveId" clId="{0C4222AC-BE1C-4707-9ED1-5B56C59E6508}" dt="2026-03-04T03:11:00.377" v="946" actId="1076"/>
          <ac:cxnSpMkLst>
            <pc:docMk/>
            <pc:sldMk cId="1456267153" sldId="407"/>
            <ac:cxnSpMk id="87" creationId="{98382AC1-C325-55B9-96A3-937CE718C3EA}"/>
          </ac:cxnSpMkLst>
        </pc:cxnChg>
        <pc:cxnChg chg="add mod">
          <ac:chgData name="jonghwa lee" userId="eaddeca5f26de5d9" providerId="LiveId" clId="{0C4222AC-BE1C-4707-9ED1-5B56C59E6508}" dt="2026-03-04T03:11:00.377" v="946" actId="1076"/>
          <ac:cxnSpMkLst>
            <pc:docMk/>
            <pc:sldMk cId="1456267153" sldId="407"/>
            <ac:cxnSpMk id="88" creationId="{04C84E7F-473F-69E0-B850-4B9A00A1540B}"/>
          </ac:cxnSpMkLst>
        </pc:cxnChg>
        <pc:cxnChg chg="add mod">
          <ac:chgData name="jonghwa lee" userId="eaddeca5f26de5d9" providerId="LiveId" clId="{0C4222AC-BE1C-4707-9ED1-5B56C59E6508}" dt="2026-03-04T03:11:00.377" v="946" actId="1076"/>
          <ac:cxnSpMkLst>
            <pc:docMk/>
            <pc:sldMk cId="1456267153" sldId="407"/>
            <ac:cxnSpMk id="89" creationId="{2CD92753-6EAE-1039-08D8-E3ACBF2EABC0}"/>
          </ac:cxnSpMkLst>
        </pc:cxnChg>
        <pc:cxnChg chg="add mod">
          <ac:chgData name="jonghwa lee" userId="eaddeca5f26de5d9" providerId="LiveId" clId="{0C4222AC-BE1C-4707-9ED1-5B56C59E6508}" dt="2026-03-04T03:20:57.346" v="1090" actId="1076"/>
          <ac:cxnSpMkLst>
            <pc:docMk/>
            <pc:sldMk cId="1456267153" sldId="407"/>
            <ac:cxnSpMk id="90" creationId="{D835AC73-D1B8-8868-ADF5-332E7D306520}"/>
          </ac:cxnSpMkLst>
        </pc:cxnChg>
        <pc:cxnChg chg="add mod">
          <ac:chgData name="jonghwa lee" userId="eaddeca5f26de5d9" providerId="LiveId" clId="{0C4222AC-BE1C-4707-9ED1-5B56C59E6508}" dt="2026-03-04T03:11:41.901" v="955" actId="14100"/>
          <ac:cxnSpMkLst>
            <pc:docMk/>
            <pc:sldMk cId="1456267153" sldId="407"/>
            <ac:cxnSpMk id="91" creationId="{3E235BA7-3C80-ED17-9D7B-CDBA0A139377}"/>
          </ac:cxnSpMkLst>
        </pc:cxnChg>
        <pc:cxnChg chg="add mod">
          <ac:chgData name="jonghwa lee" userId="eaddeca5f26de5d9" providerId="LiveId" clId="{0C4222AC-BE1C-4707-9ED1-5B56C59E6508}" dt="2026-03-04T03:11:52.621" v="957" actId="1076"/>
          <ac:cxnSpMkLst>
            <pc:docMk/>
            <pc:sldMk cId="1456267153" sldId="407"/>
            <ac:cxnSpMk id="94" creationId="{1ABF025D-1553-0074-F0D7-8D20ACD16389}"/>
          </ac:cxnSpMkLst>
        </pc:cxnChg>
        <pc:cxnChg chg="add mod">
          <ac:chgData name="jonghwa lee" userId="eaddeca5f26de5d9" providerId="LiveId" clId="{0C4222AC-BE1C-4707-9ED1-5B56C59E6508}" dt="2026-03-04T03:12:01.503" v="959" actId="1076"/>
          <ac:cxnSpMkLst>
            <pc:docMk/>
            <pc:sldMk cId="1456267153" sldId="407"/>
            <ac:cxnSpMk id="96" creationId="{FECC20A2-2F48-3BB0-560B-63A1951DDCB6}"/>
          </ac:cxnSpMkLst>
        </pc:cxnChg>
        <pc:cxnChg chg="add mod">
          <ac:chgData name="jonghwa lee" userId="eaddeca5f26de5d9" providerId="LiveId" clId="{0C4222AC-BE1C-4707-9ED1-5B56C59E6508}" dt="2026-03-04T03:12:01.503" v="959" actId="1076"/>
          <ac:cxnSpMkLst>
            <pc:docMk/>
            <pc:sldMk cId="1456267153" sldId="407"/>
            <ac:cxnSpMk id="97" creationId="{3FC89E97-F5ED-32E3-D3B6-21441CE03F40}"/>
          </ac:cxnSpMkLst>
        </pc:cxnChg>
        <pc:cxnChg chg="add mod">
          <ac:chgData name="jonghwa lee" userId="eaddeca5f26de5d9" providerId="LiveId" clId="{0C4222AC-BE1C-4707-9ED1-5B56C59E6508}" dt="2026-03-04T03:12:01.503" v="959" actId="1076"/>
          <ac:cxnSpMkLst>
            <pc:docMk/>
            <pc:sldMk cId="1456267153" sldId="407"/>
            <ac:cxnSpMk id="98" creationId="{A050FFD2-5EEA-6A63-CD26-478C39631A8E}"/>
          </ac:cxnSpMkLst>
        </pc:cxnChg>
        <pc:cxnChg chg="mod">
          <ac:chgData name="jonghwa lee" userId="eaddeca5f26de5d9" providerId="LiveId" clId="{0C4222AC-BE1C-4707-9ED1-5B56C59E6508}" dt="2026-03-04T03:18:03.307" v="960"/>
          <ac:cxnSpMkLst>
            <pc:docMk/>
            <pc:sldMk cId="1456267153" sldId="407"/>
            <ac:cxnSpMk id="101" creationId="{DF4332B0-5F6B-2B0B-19A9-3A66C240A962}"/>
          </ac:cxnSpMkLst>
        </pc:cxnChg>
        <pc:cxnChg chg="add mod">
          <ac:chgData name="jonghwa lee" userId="eaddeca5f26de5d9" providerId="LiveId" clId="{0C4222AC-BE1C-4707-9ED1-5B56C59E6508}" dt="2026-03-04T03:19:31.268" v="1061" actId="14100"/>
          <ac:cxnSpMkLst>
            <pc:docMk/>
            <pc:sldMk cId="1456267153" sldId="407"/>
            <ac:cxnSpMk id="105" creationId="{39D02507-86F6-18D1-AC3F-DDCF07322587}"/>
          </ac:cxnSpMkLst>
        </pc:cxnChg>
        <pc:cxnChg chg="add mod">
          <ac:chgData name="jonghwa lee" userId="eaddeca5f26de5d9" providerId="LiveId" clId="{0C4222AC-BE1C-4707-9ED1-5B56C59E6508}" dt="2026-03-04T03:19:39.544" v="1065" actId="1076"/>
          <ac:cxnSpMkLst>
            <pc:docMk/>
            <pc:sldMk cId="1456267153" sldId="407"/>
            <ac:cxnSpMk id="112" creationId="{9DE588D3-5579-76BE-38C0-E3F56F187627}"/>
          </ac:cxnSpMkLst>
        </pc:cxnChg>
        <pc:cxnChg chg="add mod">
          <ac:chgData name="jonghwa lee" userId="eaddeca5f26de5d9" providerId="LiveId" clId="{0C4222AC-BE1C-4707-9ED1-5B56C59E6508}" dt="2026-03-04T03:19:46.512" v="1067" actId="1076"/>
          <ac:cxnSpMkLst>
            <pc:docMk/>
            <pc:sldMk cId="1456267153" sldId="407"/>
            <ac:cxnSpMk id="114" creationId="{F7661566-FA85-D45D-AAD9-223B6CD219DC}"/>
          </ac:cxnSpMkLst>
        </pc:cxnChg>
        <pc:cxnChg chg="add mod">
          <ac:chgData name="jonghwa lee" userId="eaddeca5f26de5d9" providerId="LiveId" clId="{0C4222AC-BE1C-4707-9ED1-5B56C59E6508}" dt="2026-03-04T03:20:08.006" v="1072" actId="1076"/>
          <ac:cxnSpMkLst>
            <pc:docMk/>
            <pc:sldMk cId="1456267153" sldId="407"/>
            <ac:cxnSpMk id="115" creationId="{AA5B018F-BF6F-DE05-68B4-7FD60D017901}"/>
          </ac:cxnSpMkLst>
        </pc:cxnChg>
        <pc:cxnChg chg="add mod">
          <ac:chgData name="jonghwa lee" userId="eaddeca5f26de5d9" providerId="LiveId" clId="{0C4222AC-BE1C-4707-9ED1-5B56C59E6508}" dt="2026-03-04T03:20:30.235" v="1078" actId="1076"/>
          <ac:cxnSpMkLst>
            <pc:docMk/>
            <pc:sldMk cId="1456267153" sldId="407"/>
            <ac:cxnSpMk id="117" creationId="{4EAF8C44-24FE-B811-5A1E-3C59D715108C}"/>
          </ac:cxnSpMkLst>
        </pc:cxnChg>
        <pc:cxnChg chg="add del mod">
          <ac:chgData name="jonghwa lee" userId="eaddeca5f26de5d9" providerId="LiveId" clId="{0C4222AC-BE1C-4707-9ED1-5B56C59E6508}" dt="2026-03-04T03:20:25.429" v="1077" actId="478"/>
          <ac:cxnSpMkLst>
            <pc:docMk/>
            <pc:sldMk cId="1456267153" sldId="407"/>
            <ac:cxnSpMk id="118" creationId="{C3773F75-9AB1-5F6A-6BB2-D655AE72197E}"/>
          </ac:cxnSpMkLst>
        </pc:cxnChg>
        <pc:cxnChg chg="add del mod">
          <ac:chgData name="jonghwa lee" userId="eaddeca5f26de5d9" providerId="LiveId" clId="{0C4222AC-BE1C-4707-9ED1-5B56C59E6508}" dt="2026-03-04T03:20:24.505" v="1076" actId="478"/>
          <ac:cxnSpMkLst>
            <pc:docMk/>
            <pc:sldMk cId="1456267153" sldId="407"/>
            <ac:cxnSpMk id="119" creationId="{B27DBEF6-9124-E95B-B17E-66054E48876B}"/>
          </ac:cxnSpMkLst>
        </pc:cxnChg>
        <pc:cxnChg chg="add mod">
          <ac:chgData name="jonghwa lee" userId="eaddeca5f26de5d9" providerId="LiveId" clId="{0C4222AC-BE1C-4707-9ED1-5B56C59E6508}" dt="2026-03-04T03:20:47.192" v="1086" actId="14100"/>
          <ac:cxnSpMkLst>
            <pc:docMk/>
            <pc:sldMk cId="1456267153" sldId="407"/>
            <ac:cxnSpMk id="121" creationId="{92AAC7D0-8D95-7373-9ECB-0F798CA03053}"/>
          </ac:cxnSpMkLst>
        </pc:cxnChg>
        <pc:cxnChg chg="add mod">
          <ac:chgData name="jonghwa lee" userId="eaddeca5f26de5d9" providerId="LiveId" clId="{0C4222AC-BE1C-4707-9ED1-5B56C59E6508}" dt="2026-03-04T03:20:45.537" v="1085" actId="1076"/>
          <ac:cxnSpMkLst>
            <pc:docMk/>
            <pc:sldMk cId="1456267153" sldId="407"/>
            <ac:cxnSpMk id="123" creationId="{87B85879-D310-D2E6-6A8F-847D39570F7F}"/>
          </ac:cxnSpMkLst>
        </pc:cxnChg>
        <pc:cxnChg chg="add mod">
          <ac:chgData name="jonghwa lee" userId="eaddeca5f26de5d9" providerId="LiveId" clId="{0C4222AC-BE1C-4707-9ED1-5B56C59E6508}" dt="2026-03-04T03:27:49.604" v="1155" actId="1076"/>
          <ac:cxnSpMkLst>
            <pc:docMk/>
            <pc:sldMk cId="1456267153" sldId="407"/>
            <ac:cxnSpMk id="127" creationId="{5D1751A2-2D47-4FAF-92E5-0F0ADDB61C8F}"/>
          </ac:cxnSpMkLst>
        </pc:cxnChg>
        <pc:cxnChg chg="add mod">
          <ac:chgData name="jonghwa lee" userId="eaddeca5f26de5d9" providerId="LiveId" clId="{0C4222AC-BE1C-4707-9ED1-5B56C59E6508}" dt="2026-03-04T03:21:04.292" v="1096" actId="1076"/>
          <ac:cxnSpMkLst>
            <pc:docMk/>
            <pc:sldMk cId="1456267153" sldId="407"/>
            <ac:cxnSpMk id="129" creationId="{C06AFB81-0EF9-34EE-2FDB-E5A69A772ECB}"/>
          </ac:cxnSpMkLst>
        </pc:cxnChg>
        <pc:cxnChg chg="add mod">
          <ac:chgData name="jonghwa lee" userId="eaddeca5f26de5d9" providerId="LiveId" clId="{0C4222AC-BE1C-4707-9ED1-5B56C59E6508}" dt="2026-03-04T03:21:15.037" v="1098" actId="1076"/>
          <ac:cxnSpMkLst>
            <pc:docMk/>
            <pc:sldMk cId="1456267153" sldId="407"/>
            <ac:cxnSpMk id="130" creationId="{5BF9EF13-89A4-F76E-0BAB-E3893AFE4799}"/>
          </ac:cxnSpMkLst>
        </pc:cxnChg>
        <pc:cxnChg chg="add mod">
          <ac:chgData name="jonghwa lee" userId="eaddeca5f26de5d9" providerId="LiveId" clId="{0C4222AC-BE1C-4707-9ED1-5B56C59E6508}" dt="2026-03-04T03:21:15.037" v="1098" actId="1076"/>
          <ac:cxnSpMkLst>
            <pc:docMk/>
            <pc:sldMk cId="1456267153" sldId="407"/>
            <ac:cxnSpMk id="131" creationId="{A14607F1-9FDF-B2E8-2F36-BC65F01AD946}"/>
          </ac:cxnSpMkLst>
        </pc:cxnChg>
        <pc:cxnChg chg="add mod">
          <ac:chgData name="jonghwa lee" userId="eaddeca5f26de5d9" providerId="LiveId" clId="{0C4222AC-BE1C-4707-9ED1-5B56C59E6508}" dt="2026-03-04T03:21:15.037" v="1098" actId="1076"/>
          <ac:cxnSpMkLst>
            <pc:docMk/>
            <pc:sldMk cId="1456267153" sldId="407"/>
            <ac:cxnSpMk id="132" creationId="{C6849B5E-07E4-315B-A5E6-5A856099003E}"/>
          </ac:cxnSpMkLst>
        </pc:cxnChg>
        <pc:cxnChg chg="mod">
          <ac:chgData name="jonghwa lee" userId="eaddeca5f26de5d9" providerId="LiveId" clId="{0C4222AC-BE1C-4707-9ED1-5B56C59E6508}" dt="2026-03-04T03:25:50.618" v="1103"/>
          <ac:cxnSpMkLst>
            <pc:docMk/>
            <pc:sldMk cId="1456267153" sldId="407"/>
            <ac:cxnSpMk id="136" creationId="{D175F9B5-05A1-FA34-C5C7-C953B3E416CF}"/>
          </ac:cxnSpMkLst>
        </pc:cxnChg>
        <pc:cxnChg chg="add mod">
          <ac:chgData name="jonghwa lee" userId="eaddeca5f26de5d9" providerId="LiveId" clId="{0C4222AC-BE1C-4707-9ED1-5B56C59E6508}" dt="2026-03-04T03:26:29.727" v="1129" actId="14100"/>
          <ac:cxnSpMkLst>
            <pc:docMk/>
            <pc:sldMk cId="1456267153" sldId="407"/>
            <ac:cxnSpMk id="140" creationId="{AAD8BF3F-3C09-B4BD-A328-AF81D25DF2C2}"/>
          </ac:cxnSpMkLst>
        </pc:cxnChg>
        <pc:cxnChg chg="add mod">
          <ac:chgData name="jonghwa lee" userId="eaddeca5f26de5d9" providerId="LiveId" clId="{0C4222AC-BE1C-4707-9ED1-5B56C59E6508}" dt="2026-03-04T03:26:36.353" v="1132" actId="14100"/>
          <ac:cxnSpMkLst>
            <pc:docMk/>
            <pc:sldMk cId="1456267153" sldId="407"/>
            <ac:cxnSpMk id="143" creationId="{606B7C7F-1122-D4AD-17D3-916DC970F5BA}"/>
          </ac:cxnSpMkLst>
        </pc:cxnChg>
        <pc:cxnChg chg="add mod">
          <ac:chgData name="jonghwa lee" userId="eaddeca5f26de5d9" providerId="LiveId" clId="{0C4222AC-BE1C-4707-9ED1-5B56C59E6508}" dt="2026-03-04T03:26:42.806" v="1137" actId="14100"/>
          <ac:cxnSpMkLst>
            <pc:docMk/>
            <pc:sldMk cId="1456267153" sldId="407"/>
            <ac:cxnSpMk id="145" creationId="{ECD6C68D-8DAA-A01F-7059-5A3C9DE5A0BE}"/>
          </ac:cxnSpMkLst>
        </pc:cxnChg>
        <pc:cxnChg chg="add mod">
          <ac:chgData name="jonghwa lee" userId="eaddeca5f26de5d9" providerId="LiveId" clId="{0C4222AC-BE1C-4707-9ED1-5B56C59E6508}" dt="2026-03-04T03:26:53.935" v="1141" actId="1076"/>
          <ac:cxnSpMkLst>
            <pc:docMk/>
            <pc:sldMk cId="1456267153" sldId="407"/>
            <ac:cxnSpMk id="148" creationId="{4E18239F-909C-EE9D-55D3-CCDF87C7484C}"/>
          </ac:cxnSpMkLst>
        </pc:cxnChg>
        <pc:cxnChg chg="add mod">
          <ac:chgData name="jonghwa lee" userId="eaddeca5f26de5d9" providerId="LiveId" clId="{0C4222AC-BE1C-4707-9ED1-5B56C59E6508}" dt="2026-03-04T03:27:03.173" v="1143" actId="1076"/>
          <ac:cxnSpMkLst>
            <pc:docMk/>
            <pc:sldMk cId="1456267153" sldId="407"/>
            <ac:cxnSpMk id="150" creationId="{657B5D5A-6705-2D32-C03F-E8299E6B8376}"/>
          </ac:cxnSpMkLst>
        </pc:cxnChg>
        <pc:cxnChg chg="add mod">
          <ac:chgData name="jonghwa lee" userId="eaddeca5f26de5d9" providerId="LiveId" clId="{0C4222AC-BE1C-4707-9ED1-5B56C59E6508}" dt="2026-03-04T03:27:03.173" v="1143" actId="1076"/>
          <ac:cxnSpMkLst>
            <pc:docMk/>
            <pc:sldMk cId="1456267153" sldId="407"/>
            <ac:cxnSpMk id="151" creationId="{0BFA0048-8CD6-4D52-D358-03F2A27ED882}"/>
          </ac:cxnSpMkLst>
        </pc:cxnChg>
        <pc:cxnChg chg="add mod">
          <ac:chgData name="jonghwa lee" userId="eaddeca5f26de5d9" providerId="LiveId" clId="{0C4222AC-BE1C-4707-9ED1-5B56C59E6508}" dt="2026-03-04T03:27:03.173" v="1143" actId="1076"/>
          <ac:cxnSpMkLst>
            <pc:docMk/>
            <pc:sldMk cId="1456267153" sldId="407"/>
            <ac:cxnSpMk id="152" creationId="{0FBC0DA6-5D94-9303-8B22-E99C4976AEF6}"/>
          </ac:cxnSpMkLst>
        </pc:cxnChg>
        <pc:cxnChg chg="add mod">
          <ac:chgData name="jonghwa lee" userId="eaddeca5f26de5d9" providerId="LiveId" clId="{0C4222AC-BE1C-4707-9ED1-5B56C59E6508}" dt="2026-03-04T03:27:37.773" v="1151" actId="1076"/>
          <ac:cxnSpMkLst>
            <pc:docMk/>
            <pc:sldMk cId="1456267153" sldId="407"/>
            <ac:cxnSpMk id="153" creationId="{B2F32F55-A2E5-0398-9E16-2EB1A3F8217E}"/>
          </ac:cxnSpMkLst>
        </pc:cxnChg>
        <pc:cxnChg chg="add mod">
          <ac:chgData name="jonghwa lee" userId="eaddeca5f26de5d9" providerId="LiveId" clId="{0C4222AC-BE1C-4707-9ED1-5B56C59E6508}" dt="2026-03-04T03:27:42.353" v="1154" actId="1076"/>
          <ac:cxnSpMkLst>
            <pc:docMk/>
            <pc:sldMk cId="1456267153" sldId="407"/>
            <ac:cxnSpMk id="155" creationId="{91E60E7F-D1C1-E701-74D9-A11659749378}"/>
          </ac:cxnSpMkLst>
        </pc:cxnChg>
        <pc:cxnChg chg="add mod">
          <ac:chgData name="jonghwa lee" userId="eaddeca5f26de5d9" providerId="LiveId" clId="{0C4222AC-BE1C-4707-9ED1-5B56C59E6508}" dt="2026-03-04T03:28:01.892" v="1157" actId="1076"/>
          <ac:cxnSpMkLst>
            <pc:docMk/>
            <pc:sldMk cId="1456267153" sldId="407"/>
            <ac:cxnSpMk id="158" creationId="{218E668D-28A2-AF1B-8E35-503A1192A3BF}"/>
          </ac:cxnSpMkLst>
        </pc:cxnChg>
        <pc:cxnChg chg="add mod">
          <ac:chgData name="jonghwa lee" userId="eaddeca5f26de5d9" providerId="LiveId" clId="{0C4222AC-BE1C-4707-9ED1-5B56C59E6508}" dt="2026-03-04T03:28:01.892" v="1157" actId="1076"/>
          <ac:cxnSpMkLst>
            <pc:docMk/>
            <pc:sldMk cId="1456267153" sldId="407"/>
            <ac:cxnSpMk id="159" creationId="{F45D2AF3-2508-462E-7E18-8E0CDB504B51}"/>
          </ac:cxnSpMkLst>
        </pc:cxnChg>
        <pc:cxnChg chg="add mod">
          <ac:chgData name="jonghwa lee" userId="eaddeca5f26de5d9" providerId="LiveId" clId="{0C4222AC-BE1C-4707-9ED1-5B56C59E6508}" dt="2026-03-04T03:28:01.892" v="1157" actId="1076"/>
          <ac:cxnSpMkLst>
            <pc:docMk/>
            <pc:sldMk cId="1456267153" sldId="407"/>
            <ac:cxnSpMk id="160" creationId="{0AF1D705-21CE-14F0-277D-087A5987C0D6}"/>
          </ac:cxnSpMkLst>
        </pc:cxnChg>
        <pc:cxnChg chg="add mod">
          <ac:chgData name="jonghwa lee" userId="eaddeca5f26de5d9" providerId="LiveId" clId="{0C4222AC-BE1C-4707-9ED1-5B56C59E6508}" dt="2026-03-04T03:28:01.892" v="1157" actId="1076"/>
          <ac:cxnSpMkLst>
            <pc:docMk/>
            <pc:sldMk cId="1456267153" sldId="407"/>
            <ac:cxnSpMk id="161" creationId="{C3FC5133-909E-2DC9-AFCA-888DE3EE60E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FC5F-1939-41AF-891D-8BE6928784C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84B98-3C0E-4EA8-9CBB-0149333E58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084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A3949-66A9-42B8-A303-0972F04D40C0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920D6-0251-4D4D-8E3E-823999663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69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101724" y="4774456"/>
            <a:ext cx="10252075" cy="1381248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b="0" baseline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1. First goal</a:t>
            </a:r>
          </a:p>
          <a:p>
            <a:r>
              <a:rPr lang="en-US" altLang="ko-KR" dirty="0"/>
              <a:t>2. Second goal</a:t>
            </a:r>
            <a:endParaRPr lang="ko-KR" altLang="en-US" dirty="0"/>
          </a:p>
        </p:txBody>
      </p:sp>
      <p:sp>
        <p:nvSpPr>
          <p:cNvPr id="14" name="제목 13"/>
          <p:cNvSpPr>
            <a:spLocks noGrp="1"/>
          </p:cNvSpPr>
          <p:nvPr>
            <p:ph type="title" hasCustomPrompt="1"/>
          </p:nvPr>
        </p:nvSpPr>
        <p:spPr>
          <a:xfrm>
            <a:off x="1102150" y="572517"/>
            <a:ext cx="10251650" cy="1482528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1101725" y="2196363"/>
            <a:ext cx="10252074" cy="1008749"/>
          </a:xfrm>
        </p:spPr>
        <p:txBody>
          <a:bodyPr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1pPr>
          </a:lstStyle>
          <a:p>
            <a:pPr lvl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2" hasCustomPrompt="1"/>
          </p:nvPr>
        </p:nvSpPr>
        <p:spPr>
          <a:xfrm>
            <a:off x="7707085" y="3527970"/>
            <a:ext cx="3646714" cy="461962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1pPr>
          </a:lstStyle>
          <a:p>
            <a:pPr lvl="0"/>
            <a:r>
              <a:rPr lang="en-US" altLang="ko-KR" dirty="0"/>
              <a:t>Weeks (xx/16)</a:t>
            </a:r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1101725" y="4312791"/>
            <a:ext cx="165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License</a:t>
            </a:r>
            <a:endParaRPr lang="ko-KR" altLang="en-US" sz="2400" b="1" dirty="0">
              <a:solidFill>
                <a:schemeClr val="accent6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0369765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10705" y="410368"/>
            <a:ext cx="10737130" cy="654861"/>
          </a:xfrm>
        </p:spPr>
        <p:txBody>
          <a:bodyPr anchor="t"/>
          <a:lstStyle>
            <a:lvl1pPr>
              <a:defRPr sz="4400" baseline="0">
                <a:solidFill>
                  <a:schemeClr val="accent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en-US" altLang="ko-KR" dirty="0"/>
              <a:t>Section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627" y="1825625"/>
            <a:ext cx="10903208" cy="4351338"/>
          </a:xfrm>
        </p:spPr>
        <p:txBody>
          <a:bodyPr>
            <a:normAutofit/>
          </a:bodyPr>
          <a:lstStyle>
            <a:lvl1pPr marL="457200" indent="-457200">
              <a:buFont typeface="맑은 고딕" panose="020B0503020000020004" pitchFamily="50" charset="-127"/>
              <a:buChar char=" "/>
              <a:defRPr sz="200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1pPr>
            <a:lvl2pPr marL="800100" indent="-342900">
              <a:buFont typeface="맑은 고딕" panose="020B0503020000020004" pitchFamily="50" charset="-127"/>
              <a:buChar char=" "/>
              <a:defRPr sz="180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2pPr>
            <a:lvl3pPr marL="1257300" indent="-342900">
              <a:buFont typeface="맑은 고딕" panose="020B0503020000020004" pitchFamily="50" charset="-127"/>
              <a:buChar char=" "/>
              <a:defRPr sz="160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3pPr>
            <a:lvl4pPr marL="1657350" indent="-285750">
              <a:buFont typeface="맑은 고딕" panose="020B0503020000020004" pitchFamily="50" charset="-127"/>
              <a:buChar char=" "/>
              <a:defRPr sz="140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4pPr>
            <a:lvl5pPr marL="2114550" indent="-285750">
              <a:buFont typeface="맑은 고딕" panose="020B0503020000020004" pitchFamily="50" charset="-127"/>
              <a:buChar char=" "/>
              <a:defRPr sz="140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0" hasCustomPrompt="1"/>
          </p:nvPr>
        </p:nvSpPr>
        <p:spPr>
          <a:xfrm>
            <a:off x="810705" y="1065229"/>
            <a:ext cx="10737130" cy="509588"/>
          </a:xfrm>
        </p:spPr>
        <p:txBody>
          <a:bodyPr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1pPr>
          </a:lstStyle>
          <a:p>
            <a:pPr lvl="0"/>
            <a:r>
              <a:rPr lang="en-US" altLang="ko-KR" dirty="0"/>
              <a:t>Subsection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7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186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1pPr>
          </a:lstStyle>
          <a:p>
            <a:fld id="{1805336C-5CC8-4FD5-A3DF-65457D0FFC6B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1865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186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defRPr>
            </a:lvl1pPr>
          </a:lstStyle>
          <a:p>
            <a:fld id="{BADD9178-41EF-4962-AB62-A9BEF6BCDFE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6551629"/>
            <a:ext cx="12192000" cy="306371"/>
            <a:chOff x="0" y="6551629"/>
            <a:chExt cx="12192000" cy="306371"/>
          </a:xfrm>
        </p:grpSpPr>
        <p:sp>
          <p:nvSpPr>
            <p:cNvPr id="8" name="직사각형 7"/>
            <p:cNvSpPr/>
            <p:nvPr userDrawn="1"/>
          </p:nvSpPr>
          <p:spPr>
            <a:xfrm>
              <a:off x="0" y="6551629"/>
              <a:ext cx="11830639" cy="3063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9" name="직사각형 8"/>
            <p:cNvSpPr/>
            <p:nvPr userDrawn="1"/>
          </p:nvSpPr>
          <p:spPr>
            <a:xfrm>
              <a:off x="11830639" y="6551629"/>
              <a:ext cx="361361" cy="30637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0" name="순서도: 데이터 9"/>
            <p:cNvSpPr/>
            <p:nvPr userDrawn="1"/>
          </p:nvSpPr>
          <p:spPr>
            <a:xfrm>
              <a:off x="11644314" y="6551629"/>
              <a:ext cx="455699" cy="306371"/>
            </a:xfrm>
            <a:prstGeom prst="flowChartInputOutpu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1" name="순서도: 데이터 10"/>
            <p:cNvSpPr/>
            <p:nvPr userDrawn="1"/>
          </p:nvSpPr>
          <p:spPr>
            <a:xfrm>
              <a:off x="11347517" y="6551629"/>
              <a:ext cx="489038" cy="306371"/>
            </a:xfrm>
            <a:prstGeom prst="flowChartInputOutpu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2" name="순서도: 데이터 11"/>
            <p:cNvSpPr/>
            <p:nvPr userDrawn="1"/>
          </p:nvSpPr>
          <p:spPr>
            <a:xfrm>
              <a:off x="10981452" y="6551629"/>
              <a:ext cx="486080" cy="306371"/>
            </a:xfrm>
            <a:prstGeom prst="flowChartInputOutpu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3" name="순서도: 데이터 12"/>
            <p:cNvSpPr/>
            <p:nvPr userDrawn="1"/>
          </p:nvSpPr>
          <p:spPr>
            <a:xfrm>
              <a:off x="10595021" y="6551629"/>
              <a:ext cx="489038" cy="306371"/>
            </a:xfrm>
            <a:prstGeom prst="flowChartInputOutpu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4" name="순서도: 데이터 13"/>
            <p:cNvSpPr/>
            <p:nvPr userDrawn="1"/>
          </p:nvSpPr>
          <p:spPr>
            <a:xfrm>
              <a:off x="10193817" y="6551629"/>
              <a:ext cx="494954" cy="306371"/>
            </a:xfrm>
            <a:prstGeom prst="flowChartInputOutpu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31389" y="6584248"/>
            <a:ext cx="10156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Database Design, </a:t>
            </a:r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School of </a:t>
            </a:r>
            <a:r>
              <a:rPr lang="en-US" altLang="ko-KR" sz="12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Comput</a:t>
            </a:r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Sci. and Eng.</a:t>
            </a:r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Chung-</a:t>
            </a:r>
            <a:r>
              <a:rPr lang="en-US" altLang="ko-KR" sz="1200" baseline="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Ang</a:t>
            </a:r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Univ. </a:t>
            </a:r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Fall Semester</a:t>
            </a:r>
            <a:r>
              <a:rPr lang="en-US" altLang="ko-KR" sz="1200" baseline="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2024.</a:t>
            </a:r>
            <a:endParaRPr lang="ko-KR" altLang="en-US" sz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620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KoPubWorld돋움체 Medium" panose="00000600000000000000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KoPubWorld돋움체 Medium" panose="00000600000000000000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KoPubWorld돋움체 Medium" panose="00000600000000000000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KoPubWorld돋움체 Medium" panose="00000600000000000000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KoPubWorld돋움체 Medium" panose="00000600000000000000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KoPubWorld돋움체 Medium" panose="00000600000000000000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E0C84-5A13-85EB-3767-72FD4AC7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7C88516-DCFF-4770-F8D1-E89ADC9484BD}"/>
              </a:ext>
            </a:extLst>
          </p:cNvPr>
          <p:cNvGrpSpPr/>
          <p:nvPr/>
        </p:nvGrpSpPr>
        <p:grpSpPr>
          <a:xfrm>
            <a:off x="940240" y="1759986"/>
            <a:ext cx="1207186" cy="1032227"/>
            <a:chOff x="330980" y="453423"/>
            <a:chExt cx="1207186" cy="88896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9CA94C4-E5C8-164F-DCB0-94B37A3E3FD9}"/>
                </a:ext>
              </a:extLst>
            </p:cNvPr>
            <p:cNvSpPr/>
            <p:nvPr/>
          </p:nvSpPr>
          <p:spPr>
            <a:xfrm>
              <a:off x="397802" y="698677"/>
              <a:ext cx="1104607" cy="6136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C58E9C3-8D0F-454A-D292-46B19EAA1C3D}"/>
                </a:ext>
              </a:extLst>
            </p:cNvPr>
            <p:cNvCxnSpPr/>
            <p:nvPr/>
          </p:nvCxnSpPr>
          <p:spPr>
            <a:xfrm>
              <a:off x="397802" y="905221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AEC806-0375-701A-BCE0-EBCC53DBFD11}"/>
                </a:ext>
              </a:extLst>
            </p:cNvPr>
            <p:cNvSpPr txBox="1"/>
            <p:nvPr/>
          </p:nvSpPr>
          <p:spPr>
            <a:xfrm>
              <a:off x="382270" y="672811"/>
              <a:ext cx="5181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ID</a:t>
              </a:r>
              <a:endParaRPr lang="ko-KR" altLang="en-US" sz="11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41C2A6-FE5C-FAA9-21DA-F10D8769F15D}"/>
                </a:ext>
              </a:extLst>
            </p:cNvPr>
            <p:cNvSpPr txBox="1"/>
            <p:nvPr/>
          </p:nvSpPr>
          <p:spPr>
            <a:xfrm>
              <a:off x="382269" y="865280"/>
              <a:ext cx="1104607" cy="477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이름</a:t>
              </a:r>
              <a:endParaRPr lang="en-US" altLang="ko-KR" sz="1000" dirty="0"/>
            </a:p>
            <a:p>
              <a:r>
                <a:rPr lang="ko-KR" altLang="en-US" sz="1000" dirty="0"/>
                <a:t>연락처</a:t>
              </a:r>
              <a:endParaRPr lang="en-US" altLang="ko-KR" sz="1000" dirty="0"/>
            </a:p>
            <a:p>
              <a:r>
                <a:rPr lang="ko-KR" altLang="en-US" sz="1000" dirty="0"/>
                <a:t>고객 유형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9A7D6E-FC96-FF2F-770C-7BABB31B34F0}"/>
                </a:ext>
              </a:extLst>
            </p:cNvPr>
            <p:cNvSpPr txBox="1"/>
            <p:nvPr/>
          </p:nvSpPr>
          <p:spPr>
            <a:xfrm>
              <a:off x="330980" y="453423"/>
              <a:ext cx="120718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dirty="0"/>
                <a:t>고객</a:t>
              </a:r>
            </a:p>
          </p:txBody>
        </p:sp>
      </p:grp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6C22D55-31D0-B8F3-9EBC-4C785D43B49C}"/>
              </a:ext>
            </a:extLst>
          </p:cNvPr>
          <p:cNvCxnSpPr>
            <a:cxnSpLocks/>
          </p:cNvCxnSpPr>
          <p:nvPr/>
        </p:nvCxnSpPr>
        <p:spPr>
          <a:xfrm>
            <a:off x="429258" y="3081001"/>
            <a:ext cx="2172400" cy="423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5161320-3B9E-DDBD-9265-5125705D14C3}"/>
              </a:ext>
            </a:extLst>
          </p:cNvPr>
          <p:cNvCxnSpPr>
            <a:cxnSpLocks/>
          </p:cNvCxnSpPr>
          <p:nvPr/>
        </p:nvCxnSpPr>
        <p:spPr>
          <a:xfrm>
            <a:off x="1532178" y="2760592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순서도: 지연 12">
            <a:extLst>
              <a:ext uri="{FF2B5EF4-FFF2-40B4-BE49-F238E27FC236}">
                <a16:creationId xmlns:a16="http://schemas.microsoft.com/office/drawing/2014/main" id="{5A7A697E-DA07-13E3-77C2-CB90D7B08862}"/>
              </a:ext>
            </a:extLst>
          </p:cNvPr>
          <p:cNvSpPr/>
          <p:nvPr/>
        </p:nvSpPr>
        <p:spPr>
          <a:xfrm rot="16200000">
            <a:off x="1407602" y="2917661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C25D73-2D09-2363-9B2D-6F3DA0F7D0A3}"/>
              </a:ext>
            </a:extLst>
          </p:cNvPr>
          <p:cNvCxnSpPr>
            <a:cxnSpLocks/>
          </p:cNvCxnSpPr>
          <p:nvPr/>
        </p:nvCxnSpPr>
        <p:spPr>
          <a:xfrm flipH="1">
            <a:off x="1395493" y="3024171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E913BB8-D9F6-C841-C52D-F8D364D2EB83}"/>
              </a:ext>
            </a:extLst>
          </p:cNvPr>
          <p:cNvCxnSpPr>
            <a:cxnSpLocks/>
          </p:cNvCxnSpPr>
          <p:nvPr/>
        </p:nvCxnSpPr>
        <p:spPr>
          <a:xfrm>
            <a:off x="1400224" y="3024171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FF808AF-5D62-1872-969F-4CE2ED62E78D}"/>
              </a:ext>
            </a:extLst>
          </p:cNvPr>
          <p:cNvCxnSpPr>
            <a:cxnSpLocks/>
          </p:cNvCxnSpPr>
          <p:nvPr/>
        </p:nvCxnSpPr>
        <p:spPr>
          <a:xfrm flipH="1">
            <a:off x="431092" y="3081021"/>
            <a:ext cx="1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A8173E1-D87E-5FA6-F07B-6FBE23C631D7}"/>
              </a:ext>
            </a:extLst>
          </p:cNvPr>
          <p:cNvCxnSpPr>
            <a:cxnSpLocks/>
          </p:cNvCxnSpPr>
          <p:nvPr/>
        </p:nvCxnSpPr>
        <p:spPr>
          <a:xfrm>
            <a:off x="2601346" y="3081515"/>
            <a:ext cx="0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C1B6246-63E4-60ED-B9B9-B3C93A5688B9}"/>
              </a:ext>
            </a:extLst>
          </p:cNvPr>
          <p:cNvGrpSpPr/>
          <p:nvPr/>
        </p:nvGrpSpPr>
        <p:grpSpPr>
          <a:xfrm>
            <a:off x="20849" y="3381591"/>
            <a:ext cx="1032153" cy="781703"/>
            <a:chOff x="487435" y="1877189"/>
            <a:chExt cx="1273607" cy="717606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5044692-7A6C-215F-0724-3B679365250C}"/>
                </a:ext>
              </a:extLst>
            </p:cNvPr>
            <p:cNvSpPr/>
            <p:nvPr/>
          </p:nvSpPr>
          <p:spPr>
            <a:xfrm>
              <a:off x="538725" y="2123300"/>
              <a:ext cx="1104607" cy="471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07B182D-127E-5F39-38D4-7578DD9369C6}"/>
                </a:ext>
              </a:extLst>
            </p:cNvPr>
            <p:cNvCxnSpPr>
              <a:cxnSpLocks/>
            </p:cNvCxnSpPr>
            <p:nvPr/>
          </p:nvCxnSpPr>
          <p:spPr>
            <a:xfrm>
              <a:off x="538725" y="2329845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F95C28-688D-CA89-7380-A1CF9048D3BD}"/>
                </a:ext>
              </a:extLst>
            </p:cNvPr>
            <p:cNvSpPr txBox="1"/>
            <p:nvPr/>
          </p:nvSpPr>
          <p:spPr>
            <a:xfrm>
              <a:off x="523193" y="2097435"/>
              <a:ext cx="1237849" cy="233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/>
                <a:t>고객</a:t>
              </a:r>
              <a:r>
                <a:rPr lang="en-US" altLang="ko-KR" sz="1050" dirty="0"/>
                <a:t>_ID (FK)</a:t>
              </a:r>
              <a:endParaRPr lang="ko-KR" altLang="en-US" sz="10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8F537B-31EB-AA6C-C917-B1F4D9E6994F}"/>
                </a:ext>
              </a:extLst>
            </p:cNvPr>
            <p:cNvSpPr txBox="1"/>
            <p:nvPr/>
          </p:nvSpPr>
          <p:spPr>
            <a:xfrm>
              <a:off x="523193" y="2336810"/>
              <a:ext cx="1104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주민 번호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6B346-8532-A999-3D15-B2E121B9BF36}"/>
                </a:ext>
              </a:extLst>
            </p:cNvPr>
            <p:cNvSpPr txBox="1"/>
            <p:nvPr/>
          </p:nvSpPr>
          <p:spPr>
            <a:xfrm>
              <a:off x="487435" y="1877189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개인고객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9214A95-FA49-86A5-AF05-1A7E3B8E2C6C}"/>
              </a:ext>
            </a:extLst>
          </p:cNvPr>
          <p:cNvCxnSpPr>
            <a:cxnSpLocks/>
          </p:cNvCxnSpPr>
          <p:nvPr/>
        </p:nvCxnSpPr>
        <p:spPr>
          <a:xfrm flipH="1">
            <a:off x="2049548" y="2410045"/>
            <a:ext cx="169011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10606F-B2FF-611E-41B5-5D0FCDA5DADD}"/>
              </a:ext>
            </a:extLst>
          </p:cNvPr>
          <p:cNvGrpSpPr/>
          <p:nvPr/>
        </p:nvGrpSpPr>
        <p:grpSpPr>
          <a:xfrm>
            <a:off x="1117109" y="3400961"/>
            <a:ext cx="958514" cy="907929"/>
            <a:chOff x="1788450" y="1899134"/>
            <a:chExt cx="1207186" cy="84772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199F3A3-F676-0B96-7282-EFFF6079CB78}"/>
                </a:ext>
              </a:extLst>
            </p:cNvPr>
            <p:cNvSpPr/>
            <p:nvPr/>
          </p:nvSpPr>
          <p:spPr>
            <a:xfrm>
              <a:off x="1829023" y="2133237"/>
              <a:ext cx="1104607" cy="471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863E587-5515-9346-582C-AF6467291C32}"/>
                </a:ext>
              </a:extLst>
            </p:cNvPr>
            <p:cNvCxnSpPr>
              <a:cxnSpLocks/>
            </p:cNvCxnSpPr>
            <p:nvPr/>
          </p:nvCxnSpPr>
          <p:spPr>
            <a:xfrm>
              <a:off x="1829023" y="23397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EBB9F7-7F42-5617-80C8-D7902C3EFFB9}"/>
                </a:ext>
              </a:extLst>
            </p:cNvPr>
            <p:cNvSpPr txBox="1"/>
            <p:nvPr/>
          </p:nvSpPr>
          <p:spPr>
            <a:xfrm>
              <a:off x="1813491" y="2346747"/>
              <a:ext cx="11046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사업자 번호</a:t>
              </a:r>
              <a:endParaRPr lang="en-US" altLang="ko-KR" sz="1000" dirty="0"/>
            </a:p>
            <a:p>
              <a:endParaRPr lang="ko-KR" altLang="en-US" sz="10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4F1BC0-E46A-5B0C-8217-70FA50EBE5EA}"/>
                </a:ext>
              </a:extLst>
            </p:cNvPr>
            <p:cNvSpPr txBox="1"/>
            <p:nvPr/>
          </p:nvSpPr>
          <p:spPr>
            <a:xfrm>
              <a:off x="1788450" y="1899134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사업자 고객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896D565-9E18-5462-7678-6C7E7FA9D6D6}"/>
              </a:ext>
            </a:extLst>
          </p:cNvPr>
          <p:cNvGrpSpPr/>
          <p:nvPr/>
        </p:nvGrpSpPr>
        <p:grpSpPr>
          <a:xfrm>
            <a:off x="2165146" y="3389211"/>
            <a:ext cx="861855" cy="772394"/>
            <a:chOff x="3103789" y="1887579"/>
            <a:chExt cx="1207186" cy="71630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1FD3374-F157-67D1-4ECD-9E4D604CAFEF}"/>
                </a:ext>
              </a:extLst>
            </p:cNvPr>
            <p:cNvSpPr/>
            <p:nvPr/>
          </p:nvSpPr>
          <p:spPr>
            <a:xfrm>
              <a:off x="3155079" y="2123300"/>
              <a:ext cx="1143278" cy="48058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AE7E346-00FB-A0A3-795D-107FF920FA2D}"/>
                </a:ext>
              </a:extLst>
            </p:cNvPr>
            <p:cNvCxnSpPr>
              <a:cxnSpLocks/>
            </p:cNvCxnSpPr>
            <p:nvPr/>
          </p:nvCxnSpPr>
          <p:spPr>
            <a:xfrm>
              <a:off x="3155079" y="2329845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AD650F4-7F86-B1E3-E2CD-601C70AA78D6}"/>
                </a:ext>
              </a:extLst>
            </p:cNvPr>
            <p:cNvSpPr txBox="1"/>
            <p:nvPr/>
          </p:nvSpPr>
          <p:spPr>
            <a:xfrm>
              <a:off x="3119537" y="2347850"/>
              <a:ext cx="1104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기관명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E5B6E04-2ADD-7C46-61FF-9551D7F6CF8F}"/>
                </a:ext>
              </a:extLst>
            </p:cNvPr>
            <p:cNvSpPr txBox="1"/>
            <p:nvPr/>
          </p:nvSpPr>
          <p:spPr>
            <a:xfrm>
              <a:off x="3103789" y="1887579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단체고객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0F27C0F-C66D-DAC5-51CE-DFE8D79C3CB6}"/>
              </a:ext>
            </a:extLst>
          </p:cNvPr>
          <p:cNvGrpSpPr/>
          <p:nvPr/>
        </p:nvGrpSpPr>
        <p:grpSpPr>
          <a:xfrm>
            <a:off x="3411544" y="1733928"/>
            <a:ext cx="1529808" cy="1180467"/>
            <a:chOff x="561308" y="3353414"/>
            <a:chExt cx="1529808" cy="118046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AFB29CF-9650-C355-8155-3C876D42DCE3}"/>
                </a:ext>
              </a:extLst>
            </p:cNvPr>
            <p:cNvSpPr/>
            <p:nvPr/>
          </p:nvSpPr>
          <p:spPr>
            <a:xfrm>
              <a:off x="981938" y="3612485"/>
              <a:ext cx="1104607" cy="9213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323BAA9-6453-F793-97CB-D7A79D98769D}"/>
                </a:ext>
              </a:extLst>
            </p:cNvPr>
            <p:cNvCxnSpPr/>
            <p:nvPr/>
          </p:nvCxnSpPr>
          <p:spPr>
            <a:xfrm>
              <a:off x="986509" y="3830737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7434211-ADF5-BED7-6A52-288465B617B3}"/>
                </a:ext>
              </a:extLst>
            </p:cNvPr>
            <p:cNvSpPr txBox="1"/>
            <p:nvPr/>
          </p:nvSpPr>
          <p:spPr>
            <a:xfrm>
              <a:off x="966406" y="3586619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3188D71-E348-C9C7-E08E-4EFE693CD953}"/>
                </a:ext>
              </a:extLst>
            </p:cNvPr>
            <p:cNvSpPr txBox="1"/>
            <p:nvPr/>
          </p:nvSpPr>
          <p:spPr>
            <a:xfrm>
              <a:off x="966406" y="3825994"/>
              <a:ext cx="11046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고객</a:t>
              </a:r>
              <a:r>
                <a:rPr lang="en-US" altLang="ko-KR" sz="1000" dirty="0"/>
                <a:t>_ID (FK)</a:t>
              </a:r>
            </a:p>
            <a:p>
              <a:r>
                <a:rPr lang="ko-KR" altLang="en-US" sz="1000" dirty="0"/>
                <a:t>주문일</a:t>
              </a:r>
              <a:endParaRPr lang="en-US" altLang="ko-KR" sz="1000" dirty="0"/>
            </a:p>
            <a:p>
              <a:r>
                <a:rPr lang="ko-KR" altLang="en-US" sz="1000" dirty="0"/>
                <a:t>납기일</a:t>
              </a:r>
              <a:endParaRPr lang="en-US" altLang="ko-KR" sz="1000" dirty="0"/>
            </a:p>
            <a:p>
              <a:r>
                <a:rPr lang="ko-KR" altLang="en-US" sz="1000" dirty="0"/>
                <a:t>배송완료율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65FCA26-2CDF-59E1-33B3-379030B246B7}"/>
                </a:ext>
              </a:extLst>
            </p:cNvPr>
            <p:cNvSpPr txBox="1"/>
            <p:nvPr/>
          </p:nvSpPr>
          <p:spPr>
            <a:xfrm>
              <a:off x="561308" y="3353414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주문</a:t>
              </a:r>
            </a:p>
          </p:txBody>
        </p:sp>
      </p:grp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A8DAC93-EA75-C5A5-08F4-2D58F15F2ED4}"/>
              </a:ext>
            </a:extLst>
          </p:cNvPr>
          <p:cNvCxnSpPr>
            <a:cxnSpLocks/>
          </p:cNvCxnSpPr>
          <p:nvPr/>
        </p:nvCxnSpPr>
        <p:spPr>
          <a:xfrm rot="10800000">
            <a:off x="2230073" y="2325513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EEAC3E2-4B8D-2DF3-D787-9417DEA7C752}"/>
              </a:ext>
            </a:extLst>
          </p:cNvPr>
          <p:cNvCxnSpPr>
            <a:cxnSpLocks/>
          </p:cNvCxnSpPr>
          <p:nvPr/>
        </p:nvCxnSpPr>
        <p:spPr>
          <a:xfrm>
            <a:off x="3594424" y="2324162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F0FE7E07-6235-3633-CDED-AC02DF6C6B65}"/>
              </a:ext>
            </a:extLst>
          </p:cNvPr>
          <p:cNvSpPr/>
          <p:nvPr/>
        </p:nvSpPr>
        <p:spPr>
          <a:xfrm rot="16200000">
            <a:off x="3437259" y="2336864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4023A6F-D27E-5AA4-6CF4-32DB81DBACD9}"/>
              </a:ext>
            </a:extLst>
          </p:cNvPr>
          <p:cNvCxnSpPr>
            <a:cxnSpLocks/>
          </p:cNvCxnSpPr>
          <p:nvPr/>
        </p:nvCxnSpPr>
        <p:spPr>
          <a:xfrm flipV="1">
            <a:off x="3594424" y="2324162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B795AA8-4447-AE4A-9B83-A8E38B00E077}"/>
              </a:ext>
            </a:extLst>
          </p:cNvPr>
          <p:cNvCxnSpPr>
            <a:cxnSpLocks/>
          </p:cNvCxnSpPr>
          <p:nvPr/>
        </p:nvCxnSpPr>
        <p:spPr>
          <a:xfrm>
            <a:off x="3602554" y="2412113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B1F9226-4509-4412-253A-8755FC6AEFD1}"/>
              </a:ext>
            </a:extLst>
          </p:cNvPr>
          <p:cNvGrpSpPr/>
          <p:nvPr/>
        </p:nvGrpSpPr>
        <p:grpSpPr>
          <a:xfrm>
            <a:off x="5556552" y="1733455"/>
            <a:ext cx="1399358" cy="1349855"/>
            <a:chOff x="5405807" y="267251"/>
            <a:chExt cx="1271852" cy="1243609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7EC9360C-F96C-0681-6038-D2FAF58EA526}"/>
                </a:ext>
              </a:extLst>
            </p:cNvPr>
            <p:cNvGrpSpPr/>
            <p:nvPr/>
          </p:nvGrpSpPr>
          <p:grpSpPr>
            <a:xfrm>
              <a:off x="5450840" y="463515"/>
              <a:ext cx="1226819" cy="1047345"/>
              <a:chOff x="500380" y="1440662"/>
              <a:chExt cx="1226819" cy="1047345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026CCDE0-C5A6-44A6-A4E1-BAE28A811267}"/>
                  </a:ext>
                </a:extLst>
              </p:cNvPr>
              <p:cNvSpPr/>
              <p:nvPr/>
            </p:nvSpPr>
            <p:spPr>
              <a:xfrm>
                <a:off x="515913" y="1453345"/>
                <a:ext cx="1104607" cy="100028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3E67FFD5-CF93-CE1D-0B96-F1A6CF1E257C}"/>
                  </a:ext>
                </a:extLst>
              </p:cNvPr>
              <p:cNvCxnSpPr/>
              <p:nvPr/>
            </p:nvCxnSpPr>
            <p:spPr>
              <a:xfrm>
                <a:off x="515913" y="1766570"/>
                <a:ext cx="1104607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7605BC8-8B7F-6B85-7029-B7CA9E355146}"/>
                  </a:ext>
                </a:extLst>
              </p:cNvPr>
              <p:cNvSpPr txBox="1"/>
              <p:nvPr/>
            </p:nvSpPr>
            <p:spPr>
              <a:xfrm>
                <a:off x="500380" y="1440662"/>
                <a:ext cx="12268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품목</a:t>
                </a:r>
                <a:r>
                  <a:rPr lang="en-US" altLang="ko-KR" sz="1000" dirty="0"/>
                  <a:t>_ID (FK)</a:t>
                </a:r>
              </a:p>
              <a:p>
                <a:r>
                  <a:rPr lang="ko-KR" altLang="en-US" sz="1000" dirty="0"/>
                  <a:t>주문</a:t>
                </a:r>
                <a:r>
                  <a:rPr lang="en-US" altLang="ko-KR" sz="1000" dirty="0"/>
                  <a:t>_ID (FK)</a:t>
                </a:r>
                <a:endParaRPr lang="ko-KR" altLang="en-US" sz="10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D70F58E-9B98-3FA4-761E-91A9A4355905}"/>
                  </a:ext>
                </a:extLst>
              </p:cNvPr>
              <p:cNvSpPr txBox="1"/>
              <p:nvPr/>
            </p:nvSpPr>
            <p:spPr>
              <a:xfrm>
                <a:off x="500381" y="1780121"/>
                <a:ext cx="110460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품목 이름</a:t>
                </a:r>
                <a:endParaRPr lang="en-US" altLang="ko-KR" sz="1000" dirty="0"/>
              </a:p>
              <a:p>
                <a:r>
                  <a:rPr lang="ko-KR" altLang="en-US" sz="1000" dirty="0"/>
                  <a:t>수량</a:t>
                </a:r>
                <a:endParaRPr lang="en-US" altLang="ko-KR" sz="1000" dirty="0"/>
              </a:p>
              <a:p>
                <a:r>
                  <a:rPr lang="ko-KR" altLang="en-US" sz="1000" dirty="0"/>
                  <a:t>단가</a:t>
                </a:r>
                <a:endParaRPr lang="en-US" altLang="ko-KR" sz="1000" dirty="0"/>
              </a:p>
              <a:p>
                <a:r>
                  <a:rPr lang="ko-KR" altLang="en-US" sz="1000" dirty="0"/>
                  <a:t>상태</a:t>
                </a:r>
                <a:endParaRPr lang="en-US" altLang="ko-KR" sz="1000" dirty="0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0916796-6165-086D-DC0C-4A107563E8F5}"/>
                </a:ext>
              </a:extLst>
            </p:cNvPr>
            <p:cNvSpPr txBox="1"/>
            <p:nvPr/>
          </p:nvSpPr>
          <p:spPr>
            <a:xfrm>
              <a:off x="5405807" y="267251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주문 품목</a:t>
              </a:r>
            </a:p>
          </p:txBody>
        </p: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1624D8E-5610-91D5-BC84-0970558C3371}"/>
              </a:ext>
            </a:extLst>
          </p:cNvPr>
          <p:cNvCxnSpPr>
            <a:cxnSpLocks/>
          </p:cNvCxnSpPr>
          <p:nvPr/>
        </p:nvCxnSpPr>
        <p:spPr>
          <a:xfrm flipH="1">
            <a:off x="3703540" y="3429000"/>
            <a:ext cx="785656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6088CCE-6948-4F8E-6580-7F7ADA2DADB1}"/>
              </a:ext>
            </a:extLst>
          </p:cNvPr>
          <p:cNvCxnSpPr>
            <a:cxnSpLocks/>
          </p:cNvCxnSpPr>
          <p:nvPr/>
        </p:nvCxnSpPr>
        <p:spPr>
          <a:xfrm flipH="1">
            <a:off x="3579368" y="3843774"/>
            <a:ext cx="2137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7C53D130-4C07-07A0-4EB2-D92A005C2591}"/>
              </a:ext>
            </a:extLst>
          </p:cNvPr>
          <p:cNvCxnSpPr>
            <a:cxnSpLocks/>
          </p:cNvCxnSpPr>
          <p:nvPr/>
        </p:nvCxnSpPr>
        <p:spPr>
          <a:xfrm>
            <a:off x="4368149" y="3332105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타원 67">
            <a:extLst>
              <a:ext uri="{FF2B5EF4-FFF2-40B4-BE49-F238E27FC236}">
                <a16:creationId xmlns:a16="http://schemas.microsoft.com/office/drawing/2014/main" id="{7D41944E-2EBD-0F90-E1D0-4BD79BCF6AE2}"/>
              </a:ext>
            </a:extLst>
          </p:cNvPr>
          <p:cNvSpPr/>
          <p:nvPr/>
        </p:nvSpPr>
        <p:spPr>
          <a:xfrm rot="16200000">
            <a:off x="4202854" y="3347563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27F8899-868A-6745-9745-433D8A47E830}"/>
              </a:ext>
            </a:extLst>
          </p:cNvPr>
          <p:cNvCxnSpPr>
            <a:cxnSpLocks/>
          </p:cNvCxnSpPr>
          <p:nvPr/>
        </p:nvCxnSpPr>
        <p:spPr>
          <a:xfrm flipV="1">
            <a:off x="4368149" y="3332105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D2DC0532-B3F9-C236-28A6-359664380073}"/>
              </a:ext>
            </a:extLst>
          </p:cNvPr>
          <p:cNvCxnSpPr>
            <a:cxnSpLocks/>
          </p:cNvCxnSpPr>
          <p:nvPr/>
        </p:nvCxnSpPr>
        <p:spPr>
          <a:xfrm>
            <a:off x="4368149" y="3422812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B4257F7-D362-84E7-B398-11388DE80361}"/>
              </a:ext>
            </a:extLst>
          </p:cNvPr>
          <p:cNvSpPr/>
          <p:nvPr/>
        </p:nvSpPr>
        <p:spPr>
          <a:xfrm>
            <a:off x="4371022" y="5612866"/>
            <a:ext cx="1121772" cy="10836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en-US" altLang="ko-KR" sz="1000" dirty="0" err="1">
                <a:ea typeface="맑은 고딕" panose="020B0503020000020004" pitchFamily="50" charset="-127"/>
                <a:cs typeface="KoPubWorld돋움체 Medium" panose="00000600000000000000" pitchFamily="2" charset="-127"/>
              </a:rPr>
              <a:t>Item_ID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주문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수량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상태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작업 시작일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79AE005-C4F3-508A-A6C8-A7DF8A9F6E84}"/>
              </a:ext>
            </a:extLst>
          </p:cNvPr>
          <p:cNvCxnSpPr>
            <a:cxnSpLocks/>
          </p:cNvCxnSpPr>
          <p:nvPr/>
        </p:nvCxnSpPr>
        <p:spPr>
          <a:xfrm>
            <a:off x="4386460" y="5817942"/>
            <a:ext cx="11063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202B382-5822-08A8-618F-C98B99652FE7}"/>
              </a:ext>
            </a:extLst>
          </p:cNvPr>
          <p:cNvSpPr txBox="1"/>
          <p:nvPr/>
        </p:nvSpPr>
        <p:spPr>
          <a:xfrm>
            <a:off x="4532222" y="5379418"/>
            <a:ext cx="9273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작업 지시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5D74AF-2A9F-CD42-3F68-D82DE9A90FEF}"/>
              </a:ext>
            </a:extLst>
          </p:cNvPr>
          <p:cNvSpPr txBox="1"/>
          <p:nvPr/>
        </p:nvSpPr>
        <p:spPr>
          <a:xfrm>
            <a:off x="4333318" y="5592778"/>
            <a:ext cx="1126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ID</a:t>
            </a:r>
            <a:endParaRPr lang="ko-KR" altLang="en-US" sz="1000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644DCB5-6932-D73E-46A7-D270BD943628}"/>
              </a:ext>
            </a:extLst>
          </p:cNvPr>
          <p:cNvCxnSpPr>
            <a:cxnSpLocks/>
          </p:cNvCxnSpPr>
          <p:nvPr/>
        </p:nvCxnSpPr>
        <p:spPr>
          <a:xfrm flipH="1" flipV="1">
            <a:off x="5833706" y="3051978"/>
            <a:ext cx="4406" cy="146877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11FA431-14EC-84CB-FAB6-B5C8B897B1E8}"/>
              </a:ext>
            </a:extLst>
          </p:cNvPr>
          <p:cNvCxnSpPr>
            <a:cxnSpLocks/>
          </p:cNvCxnSpPr>
          <p:nvPr/>
        </p:nvCxnSpPr>
        <p:spPr>
          <a:xfrm>
            <a:off x="5744750" y="3114035"/>
            <a:ext cx="177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05137E1F-D299-F917-CAA4-1D4F2BB5FE52}"/>
              </a:ext>
            </a:extLst>
          </p:cNvPr>
          <p:cNvSpPr/>
          <p:nvPr/>
        </p:nvSpPr>
        <p:spPr>
          <a:xfrm rot="5400000">
            <a:off x="4866446" y="5140318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7B26FFE-6A6B-9763-F561-A13B7532FCE8}"/>
              </a:ext>
            </a:extLst>
          </p:cNvPr>
          <p:cNvCxnSpPr>
            <a:cxnSpLocks/>
          </p:cNvCxnSpPr>
          <p:nvPr/>
        </p:nvCxnSpPr>
        <p:spPr>
          <a:xfrm flipH="1">
            <a:off x="4854023" y="5301833"/>
            <a:ext cx="177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F5DA7BD-FF55-8F54-6A19-E199B8210FE1}"/>
              </a:ext>
            </a:extLst>
          </p:cNvPr>
          <p:cNvCxnSpPr>
            <a:cxnSpLocks/>
          </p:cNvCxnSpPr>
          <p:nvPr/>
        </p:nvCxnSpPr>
        <p:spPr>
          <a:xfrm>
            <a:off x="4938091" y="5301833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0E2BCC1A-49AD-93DB-16EB-4B13CBDC59B1}"/>
              </a:ext>
            </a:extLst>
          </p:cNvPr>
          <p:cNvCxnSpPr>
            <a:cxnSpLocks/>
          </p:cNvCxnSpPr>
          <p:nvPr/>
        </p:nvCxnSpPr>
        <p:spPr>
          <a:xfrm>
            <a:off x="4941352" y="5301833"/>
            <a:ext cx="0" cy="918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5A874BAA-859D-1BA2-4988-F2524276CF77}"/>
              </a:ext>
            </a:extLst>
          </p:cNvPr>
          <p:cNvCxnSpPr>
            <a:cxnSpLocks/>
          </p:cNvCxnSpPr>
          <p:nvPr/>
        </p:nvCxnSpPr>
        <p:spPr>
          <a:xfrm flipH="1">
            <a:off x="4852017" y="5301833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AD0451C9-3A8C-D419-0CB8-5501DDDFBDB7}"/>
              </a:ext>
            </a:extLst>
          </p:cNvPr>
          <p:cNvGrpSpPr/>
          <p:nvPr/>
        </p:nvGrpSpPr>
        <p:grpSpPr>
          <a:xfrm>
            <a:off x="3788484" y="383361"/>
            <a:ext cx="1089668" cy="1172805"/>
            <a:chOff x="5911108" y="539292"/>
            <a:chExt cx="1207186" cy="100875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04E198D-9783-B2E2-1E31-A491890CFE86}"/>
                </a:ext>
              </a:extLst>
            </p:cNvPr>
            <p:cNvSpPr/>
            <p:nvPr/>
          </p:nvSpPr>
          <p:spPr>
            <a:xfrm>
              <a:off x="5962398" y="780539"/>
              <a:ext cx="1104607" cy="76750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9C75FB08-D4C7-4FC2-5A22-F26D6A582C03}"/>
                </a:ext>
              </a:extLst>
            </p:cNvPr>
            <p:cNvCxnSpPr>
              <a:cxnSpLocks/>
            </p:cNvCxnSpPr>
            <p:nvPr/>
          </p:nvCxnSpPr>
          <p:spPr>
            <a:xfrm>
              <a:off x="5970367" y="982225"/>
              <a:ext cx="106861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2E1C157-F6E3-07F8-C418-EFD4BF5B22FA}"/>
                </a:ext>
              </a:extLst>
            </p:cNvPr>
            <p:cNvSpPr txBox="1"/>
            <p:nvPr/>
          </p:nvSpPr>
          <p:spPr>
            <a:xfrm>
              <a:off x="5946866" y="754674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5C98822-E80E-EA2B-5DCA-262298BB6018}"/>
                </a:ext>
              </a:extLst>
            </p:cNvPr>
            <p:cNvSpPr txBox="1"/>
            <p:nvPr/>
          </p:nvSpPr>
          <p:spPr>
            <a:xfrm>
              <a:off x="5946868" y="994049"/>
              <a:ext cx="1104607" cy="4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/>
                <a:t>주문</a:t>
              </a:r>
              <a:r>
                <a:rPr lang="en-US" altLang="ko-KR" sz="900" dirty="0"/>
                <a:t>_ID (FK)</a:t>
              </a:r>
            </a:p>
            <a:p>
              <a:r>
                <a:rPr lang="ko-KR" altLang="en-US" sz="900" dirty="0"/>
                <a:t>결제일</a:t>
              </a:r>
              <a:endParaRPr lang="en-US" altLang="ko-KR" sz="900" dirty="0"/>
            </a:p>
            <a:p>
              <a:r>
                <a:rPr lang="ko-KR" altLang="en-US" sz="900" dirty="0"/>
                <a:t>금액</a:t>
              </a:r>
              <a:endParaRPr lang="en-US" altLang="ko-KR" sz="900" dirty="0"/>
            </a:p>
            <a:p>
              <a:r>
                <a:rPr lang="ko-KR" altLang="en-US" sz="900" dirty="0"/>
                <a:t>결제 유형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C1F16E4-5DC7-D996-7A6E-A1EC41585E8A}"/>
                </a:ext>
              </a:extLst>
            </p:cNvPr>
            <p:cNvSpPr txBox="1"/>
            <p:nvPr/>
          </p:nvSpPr>
          <p:spPr>
            <a:xfrm>
              <a:off x="5911108" y="539292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결제</a:t>
              </a:r>
            </a:p>
          </p:txBody>
        </p:sp>
      </p:grp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55E21C0-62E2-5472-443F-00516F4BE085}"/>
              </a:ext>
            </a:extLst>
          </p:cNvPr>
          <p:cNvCxnSpPr>
            <a:cxnSpLocks/>
          </p:cNvCxnSpPr>
          <p:nvPr/>
        </p:nvCxnSpPr>
        <p:spPr>
          <a:xfrm flipV="1">
            <a:off x="4333318" y="1583440"/>
            <a:ext cx="0" cy="40149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77C3A311-B27C-0E57-1DF4-17A55182919B}"/>
              </a:ext>
            </a:extLst>
          </p:cNvPr>
          <p:cNvCxnSpPr>
            <a:cxnSpLocks/>
          </p:cNvCxnSpPr>
          <p:nvPr/>
        </p:nvCxnSpPr>
        <p:spPr>
          <a:xfrm flipH="1">
            <a:off x="3703540" y="1249273"/>
            <a:ext cx="13662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순서도: 지연 128">
            <a:extLst>
              <a:ext uri="{FF2B5EF4-FFF2-40B4-BE49-F238E27FC236}">
                <a16:creationId xmlns:a16="http://schemas.microsoft.com/office/drawing/2014/main" id="{44A7FD5B-FC0E-9FE6-6CD6-1D10995A74DD}"/>
              </a:ext>
            </a:extLst>
          </p:cNvPr>
          <p:cNvSpPr/>
          <p:nvPr/>
        </p:nvSpPr>
        <p:spPr>
          <a:xfrm>
            <a:off x="3472952" y="1136321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BBD784DF-DF58-4F43-7A40-32DD88929F2C}"/>
              </a:ext>
            </a:extLst>
          </p:cNvPr>
          <p:cNvCxnSpPr>
            <a:cxnSpLocks/>
          </p:cNvCxnSpPr>
          <p:nvPr/>
        </p:nvCxnSpPr>
        <p:spPr>
          <a:xfrm rot="5400000" flipH="1">
            <a:off x="3425283" y="1215167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7D60CA1A-7B68-3B36-C017-E67C0876A7E4}"/>
              </a:ext>
            </a:extLst>
          </p:cNvPr>
          <p:cNvCxnSpPr>
            <a:cxnSpLocks/>
          </p:cNvCxnSpPr>
          <p:nvPr/>
        </p:nvCxnSpPr>
        <p:spPr>
          <a:xfrm rot="5400000">
            <a:off x="3430014" y="1212351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D087703-F7E9-64EE-B870-BCF52016A410}"/>
              </a:ext>
            </a:extLst>
          </p:cNvPr>
          <p:cNvCxnSpPr>
            <a:cxnSpLocks/>
          </p:cNvCxnSpPr>
          <p:nvPr/>
        </p:nvCxnSpPr>
        <p:spPr>
          <a:xfrm flipH="1">
            <a:off x="3157538" y="889780"/>
            <a:ext cx="14318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2DA0AB16-A7E6-0F6B-F45B-630A77183B77}"/>
              </a:ext>
            </a:extLst>
          </p:cNvPr>
          <p:cNvCxnSpPr>
            <a:cxnSpLocks/>
          </p:cNvCxnSpPr>
          <p:nvPr/>
        </p:nvCxnSpPr>
        <p:spPr>
          <a:xfrm rot="5400000" flipH="1">
            <a:off x="3216428" y="1648870"/>
            <a:ext cx="2495" cy="16610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B7634D5-FCFE-E09F-621D-CF7E7078837D}"/>
              </a:ext>
            </a:extLst>
          </p:cNvPr>
          <p:cNvGrpSpPr/>
          <p:nvPr/>
        </p:nvGrpSpPr>
        <p:grpSpPr>
          <a:xfrm>
            <a:off x="2230072" y="402203"/>
            <a:ext cx="1073477" cy="842178"/>
            <a:chOff x="5286956" y="1955398"/>
            <a:chExt cx="1362593" cy="842178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51E344CF-8653-C93A-5482-6164452BABE5}"/>
                </a:ext>
              </a:extLst>
            </p:cNvPr>
            <p:cNvSpPr/>
            <p:nvPr/>
          </p:nvSpPr>
          <p:spPr>
            <a:xfrm>
              <a:off x="5338245" y="2183956"/>
              <a:ext cx="1104607" cy="6136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AA0A6666-4D04-30B0-8C43-66438B1EBF2E}"/>
                </a:ext>
              </a:extLst>
            </p:cNvPr>
            <p:cNvCxnSpPr/>
            <p:nvPr/>
          </p:nvCxnSpPr>
          <p:spPr>
            <a:xfrm>
              <a:off x="5338245" y="2390501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F5A4D21-DAC2-8391-FD52-68714BF29AD0}"/>
                </a:ext>
              </a:extLst>
            </p:cNvPr>
            <p:cNvSpPr txBox="1"/>
            <p:nvPr/>
          </p:nvSpPr>
          <p:spPr>
            <a:xfrm>
              <a:off x="5322713" y="2158091"/>
              <a:ext cx="1326836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/>
                <a:t>결제</a:t>
              </a:r>
              <a:r>
                <a:rPr lang="en-US" altLang="ko-KR" sz="1050" dirty="0"/>
                <a:t>_ID (FK)</a:t>
              </a:r>
            </a:p>
            <a:p>
              <a:endParaRPr lang="ko-KR" altLang="en-US" sz="12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F7C44AE-DD52-EFED-20E8-AFBD21752802}"/>
                </a:ext>
              </a:extLst>
            </p:cNvPr>
            <p:cNvSpPr txBox="1"/>
            <p:nvPr/>
          </p:nvSpPr>
          <p:spPr>
            <a:xfrm>
              <a:off x="5322713" y="2397466"/>
              <a:ext cx="11046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카드 회사</a:t>
              </a:r>
              <a:endParaRPr lang="en-US" altLang="ko-KR" sz="1000" dirty="0"/>
            </a:p>
            <a:p>
              <a:r>
                <a:rPr lang="ko-KR" altLang="en-US" sz="1000" dirty="0"/>
                <a:t>할부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4EFCDD3-9683-E316-F01E-DB85A5A549D1}"/>
                </a:ext>
              </a:extLst>
            </p:cNvPr>
            <p:cNvSpPr txBox="1"/>
            <p:nvPr/>
          </p:nvSpPr>
          <p:spPr>
            <a:xfrm>
              <a:off x="5286956" y="1955398"/>
              <a:ext cx="12071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신용카드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2059CFA3-0A0F-8D3B-1B8A-2537A3CCB407}"/>
              </a:ext>
            </a:extLst>
          </p:cNvPr>
          <p:cNvGrpSpPr/>
          <p:nvPr/>
        </p:nvGrpSpPr>
        <p:grpSpPr>
          <a:xfrm>
            <a:off x="2230072" y="1247498"/>
            <a:ext cx="977919" cy="1000879"/>
            <a:chOff x="6715590" y="1940648"/>
            <a:chExt cx="1207186" cy="1000879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5EEB24D7-2E5F-AB3D-79D6-674E8FD9E70A}"/>
                </a:ext>
              </a:extLst>
            </p:cNvPr>
            <p:cNvSpPr/>
            <p:nvPr/>
          </p:nvSpPr>
          <p:spPr>
            <a:xfrm>
              <a:off x="6766880" y="2174018"/>
              <a:ext cx="1104607" cy="7645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2D62EB43-F504-0BF8-68DB-7EA20FD74BB1}"/>
                </a:ext>
              </a:extLst>
            </p:cNvPr>
            <p:cNvCxnSpPr/>
            <p:nvPr/>
          </p:nvCxnSpPr>
          <p:spPr>
            <a:xfrm>
              <a:off x="6766880" y="2380564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FFA3D9D-6A36-28A5-2A89-E2DE468FD6E0}"/>
                </a:ext>
              </a:extLst>
            </p:cNvPr>
            <p:cNvSpPr txBox="1"/>
            <p:nvPr/>
          </p:nvSpPr>
          <p:spPr>
            <a:xfrm>
              <a:off x="6751348" y="2387529"/>
              <a:ext cx="110460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은행명</a:t>
              </a:r>
              <a:endParaRPr lang="en-US" altLang="ko-KR" sz="1000" dirty="0"/>
            </a:p>
            <a:p>
              <a:r>
                <a:rPr lang="ko-KR" altLang="en-US" sz="1000" dirty="0"/>
                <a:t>계좌번호</a:t>
              </a:r>
              <a:endParaRPr lang="en-US" altLang="ko-KR" sz="1000" dirty="0"/>
            </a:p>
            <a:p>
              <a:r>
                <a:rPr lang="ko-KR" altLang="en-US" sz="1000" dirty="0"/>
                <a:t>입금자명</a:t>
              </a:r>
              <a:endParaRPr lang="en-US" altLang="ko-KR" sz="10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9E8C0C8-F2C5-B28A-551D-DB4EA7BEF624}"/>
                </a:ext>
              </a:extLst>
            </p:cNvPr>
            <p:cNvSpPr txBox="1"/>
            <p:nvPr/>
          </p:nvSpPr>
          <p:spPr>
            <a:xfrm>
              <a:off x="6715590" y="1940648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계좌이체</a:t>
              </a:r>
            </a:p>
          </p:txBody>
        </p:sp>
      </p:grp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6367298A-9B41-517A-0E57-18E585DB3586}"/>
              </a:ext>
            </a:extLst>
          </p:cNvPr>
          <p:cNvSpPr/>
          <p:nvPr/>
        </p:nvSpPr>
        <p:spPr>
          <a:xfrm>
            <a:off x="5959959" y="4075032"/>
            <a:ext cx="1056616" cy="101907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endParaRPr lang="ko-KR" altLang="en-US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이름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구분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단위</a:t>
            </a:r>
          </a:p>
          <a:p>
            <a:r>
              <a:rPr lang="ko-KR" altLang="en-US" sz="1000" dirty="0" err="1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안전재고량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438850E7-A9CD-32A2-A185-77F2C4281FDD}"/>
              </a:ext>
            </a:extLst>
          </p:cNvPr>
          <p:cNvCxnSpPr>
            <a:cxnSpLocks/>
          </p:cNvCxnSpPr>
          <p:nvPr/>
        </p:nvCxnSpPr>
        <p:spPr>
          <a:xfrm>
            <a:off x="5959959" y="4376685"/>
            <a:ext cx="10566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E5BE4AF7-082A-C3FF-12AF-3F53B7B63790}"/>
              </a:ext>
            </a:extLst>
          </p:cNvPr>
          <p:cNvSpPr txBox="1"/>
          <p:nvPr/>
        </p:nvSpPr>
        <p:spPr>
          <a:xfrm>
            <a:off x="6205945" y="3848796"/>
            <a:ext cx="717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품목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72398832-189D-DB50-4C2D-E20459BA14F2}"/>
              </a:ext>
            </a:extLst>
          </p:cNvPr>
          <p:cNvGrpSpPr/>
          <p:nvPr/>
        </p:nvGrpSpPr>
        <p:grpSpPr>
          <a:xfrm>
            <a:off x="4896456" y="414696"/>
            <a:ext cx="1207186" cy="1186460"/>
            <a:chOff x="5967386" y="1980315"/>
            <a:chExt cx="1207186" cy="1186460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B6468CD7-FF23-7E65-DA9A-58CBF4F737F0}"/>
                </a:ext>
              </a:extLst>
            </p:cNvPr>
            <p:cNvSpPr/>
            <p:nvPr/>
          </p:nvSpPr>
          <p:spPr>
            <a:xfrm>
              <a:off x="6034208" y="2222361"/>
              <a:ext cx="1104607" cy="9444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BB34B58D-8FF0-F0FD-1FEF-F9C79DB0001C}"/>
                </a:ext>
              </a:extLst>
            </p:cNvPr>
            <p:cNvCxnSpPr/>
            <p:nvPr/>
          </p:nvCxnSpPr>
          <p:spPr>
            <a:xfrm>
              <a:off x="6034208" y="2428905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EF069A6-6E0B-20A3-BD23-BC2212BF268E}"/>
                </a:ext>
              </a:extLst>
            </p:cNvPr>
            <p:cNvSpPr txBox="1"/>
            <p:nvPr/>
          </p:nvSpPr>
          <p:spPr>
            <a:xfrm>
              <a:off x="6018676" y="2196495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956D6852-DBFE-AF0C-A20A-3E32092280E2}"/>
                </a:ext>
              </a:extLst>
            </p:cNvPr>
            <p:cNvSpPr txBox="1"/>
            <p:nvPr/>
          </p:nvSpPr>
          <p:spPr>
            <a:xfrm>
              <a:off x="6018676" y="2435870"/>
              <a:ext cx="11046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주문</a:t>
              </a:r>
              <a:r>
                <a:rPr lang="en-US" altLang="ko-KR" sz="1000" dirty="0"/>
                <a:t>_ID (FK)</a:t>
              </a:r>
            </a:p>
            <a:p>
              <a:r>
                <a:rPr lang="ko-KR" altLang="en-US" sz="1000" dirty="0"/>
                <a:t>품목</a:t>
              </a:r>
              <a:r>
                <a:rPr lang="en-US" altLang="ko-KR" sz="1000" dirty="0"/>
                <a:t>_ID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(FK)</a:t>
              </a:r>
            </a:p>
            <a:p>
              <a:r>
                <a:rPr lang="ko-KR" altLang="en-US" sz="1000" dirty="0"/>
                <a:t>고객</a:t>
              </a:r>
              <a:r>
                <a:rPr lang="en-US" altLang="ko-KR" sz="1000" dirty="0"/>
                <a:t>_ID (FK)</a:t>
              </a:r>
            </a:p>
            <a:p>
              <a:r>
                <a:rPr lang="ko-KR" altLang="en-US" sz="1000" dirty="0"/>
                <a:t>내용</a:t>
              </a:r>
              <a:endParaRPr lang="en-US" altLang="ko-KR" sz="100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057EEA4-7DAC-40A6-5516-FA737FC90A6D}"/>
                </a:ext>
              </a:extLst>
            </p:cNvPr>
            <p:cNvSpPr txBox="1"/>
            <p:nvPr/>
          </p:nvSpPr>
          <p:spPr>
            <a:xfrm>
              <a:off x="5967386" y="1980315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리뷰</a:t>
              </a:r>
            </a:p>
          </p:txBody>
        </p:sp>
      </p:grp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E8AD2CA8-6779-324A-8C89-F4CF096489BA}"/>
              </a:ext>
            </a:extLst>
          </p:cNvPr>
          <p:cNvCxnSpPr>
            <a:cxnSpLocks/>
          </p:cNvCxnSpPr>
          <p:nvPr/>
        </p:nvCxnSpPr>
        <p:spPr>
          <a:xfrm flipH="1">
            <a:off x="6828362" y="2496068"/>
            <a:ext cx="6895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98B6D022-26AA-0BC1-1001-305D7626B91B}"/>
              </a:ext>
            </a:extLst>
          </p:cNvPr>
          <p:cNvCxnSpPr/>
          <p:nvPr/>
        </p:nvCxnSpPr>
        <p:spPr>
          <a:xfrm rot="5400000">
            <a:off x="6434906" y="373816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FA74E83D-522A-CB66-718E-E6BFE6E0DCD0}"/>
              </a:ext>
            </a:extLst>
          </p:cNvPr>
          <p:cNvCxnSpPr/>
          <p:nvPr/>
        </p:nvCxnSpPr>
        <p:spPr>
          <a:xfrm rot="16200000">
            <a:off x="6422550" y="3052551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" name="타원 188">
            <a:extLst>
              <a:ext uri="{FF2B5EF4-FFF2-40B4-BE49-F238E27FC236}">
                <a16:creationId xmlns:a16="http://schemas.microsoft.com/office/drawing/2014/main" id="{8BEBE595-3450-1D97-B773-6129AE7F3B8A}"/>
              </a:ext>
            </a:extLst>
          </p:cNvPr>
          <p:cNvSpPr/>
          <p:nvPr/>
        </p:nvSpPr>
        <p:spPr>
          <a:xfrm rot="16200000">
            <a:off x="6352254" y="3144390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EBCC9C14-2E4B-27CF-7A15-ECEB1303593E}"/>
              </a:ext>
            </a:extLst>
          </p:cNvPr>
          <p:cNvCxnSpPr/>
          <p:nvPr/>
        </p:nvCxnSpPr>
        <p:spPr>
          <a:xfrm rot="16200000">
            <a:off x="6379134" y="3098469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22A41BF0-9C7C-BE01-3B90-FB869873F578}"/>
              </a:ext>
            </a:extLst>
          </p:cNvPr>
          <p:cNvCxnSpPr/>
          <p:nvPr/>
        </p:nvCxnSpPr>
        <p:spPr>
          <a:xfrm rot="16200000" flipV="1">
            <a:off x="6336476" y="3052551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8837050E-99F5-224E-B49E-B958492FC19C}"/>
              </a:ext>
            </a:extLst>
          </p:cNvPr>
          <p:cNvCxnSpPr/>
          <p:nvPr/>
        </p:nvCxnSpPr>
        <p:spPr>
          <a:xfrm rot="16200000">
            <a:off x="6423426" y="3055433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D53A78E6-D489-AAA5-CCD8-B75FF06E98D1}"/>
              </a:ext>
            </a:extLst>
          </p:cNvPr>
          <p:cNvCxnSpPr>
            <a:cxnSpLocks/>
          </p:cNvCxnSpPr>
          <p:nvPr/>
        </p:nvCxnSpPr>
        <p:spPr>
          <a:xfrm>
            <a:off x="3306449" y="889780"/>
            <a:ext cx="0" cy="84089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161C9005-62A1-6C90-22B8-735849C89D2E}"/>
              </a:ext>
            </a:extLst>
          </p:cNvPr>
          <p:cNvCxnSpPr>
            <a:cxnSpLocks/>
          </p:cNvCxnSpPr>
          <p:nvPr/>
        </p:nvCxnSpPr>
        <p:spPr>
          <a:xfrm flipV="1">
            <a:off x="6345950" y="1249273"/>
            <a:ext cx="0" cy="53606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E22535B5-E36D-3DC6-B1D6-A14755281DFC}"/>
              </a:ext>
            </a:extLst>
          </p:cNvPr>
          <p:cNvSpPr/>
          <p:nvPr/>
        </p:nvSpPr>
        <p:spPr>
          <a:xfrm>
            <a:off x="5963293" y="5759544"/>
            <a:ext cx="1026660" cy="7933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발주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품목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수량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2FCEA55B-1A2C-3ECE-A3DC-913482B1B9DB}"/>
              </a:ext>
            </a:extLst>
          </p:cNvPr>
          <p:cNvCxnSpPr>
            <a:cxnSpLocks/>
          </p:cNvCxnSpPr>
          <p:nvPr/>
        </p:nvCxnSpPr>
        <p:spPr>
          <a:xfrm>
            <a:off x="5963293" y="6236289"/>
            <a:ext cx="10266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1B3CABC5-9F76-3A0C-8FAF-22A70CFE914E}"/>
              </a:ext>
            </a:extLst>
          </p:cNvPr>
          <p:cNvSpPr txBox="1"/>
          <p:nvPr/>
        </p:nvSpPr>
        <p:spPr>
          <a:xfrm>
            <a:off x="6077674" y="5536506"/>
            <a:ext cx="931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발주 상세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907EC0BD-B6DA-DF9B-1F37-6176F53F71BE}"/>
              </a:ext>
            </a:extLst>
          </p:cNvPr>
          <p:cNvSpPr/>
          <p:nvPr/>
        </p:nvSpPr>
        <p:spPr>
          <a:xfrm>
            <a:off x="2650265" y="5436174"/>
            <a:ext cx="1221598" cy="13385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ID</a:t>
            </a: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작업지시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설비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가동시작 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/ </a:t>
            </a:r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종료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양품 수량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불량 수량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LOT_NO</a:t>
            </a: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48B388EC-4A74-3E87-86A2-00086ABE2B87}"/>
              </a:ext>
            </a:extLst>
          </p:cNvPr>
          <p:cNvCxnSpPr>
            <a:cxnSpLocks/>
          </p:cNvCxnSpPr>
          <p:nvPr/>
        </p:nvCxnSpPr>
        <p:spPr>
          <a:xfrm>
            <a:off x="2650265" y="5693549"/>
            <a:ext cx="12215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FAF60234-D471-27D9-8611-D2A54019FF86}"/>
              </a:ext>
            </a:extLst>
          </p:cNvPr>
          <p:cNvSpPr txBox="1"/>
          <p:nvPr/>
        </p:nvSpPr>
        <p:spPr>
          <a:xfrm>
            <a:off x="2850080" y="5206557"/>
            <a:ext cx="9127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생산 정보</a:t>
            </a: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BB3E6514-E159-68D8-0A5E-19B8BA960D79}"/>
              </a:ext>
            </a:extLst>
          </p:cNvPr>
          <p:cNvSpPr/>
          <p:nvPr/>
        </p:nvSpPr>
        <p:spPr>
          <a:xfrm>
            <a:off x="1402110" y="5673168"/>
            <a:ext cx="787229" cy="82233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ID</a:t>
            </a: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설비 번호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위치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1446D856-BE71-D0D6-87A4-EB4E258B6180}"/>
              </a:ext>
            </a:extLst>
          </p:cNvPr>
          <p:cNvCxnSpPr>
            <a:cxnSpLocks/>
          </p:cNvCxnSpPr>
          <p:nvPr/>
        </p:nvCxnSpPr>
        <p:spPr>
          <a:xfrm>
            <a:off x="1402110" y="5970621"/>
            <a:ext cx="7872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91AF6D43-CF41-2869-D97A-B1A09EF2F4DA}"/>
              </a:ext>
            </a:extLst>
          </p:cNvPr>
          <p:cNvSpPr txBox="1"/>
          <p:nvPr/>
        </p:nvSpPr>
        <p:spPr>
          <a:xfrm>
            <a:off x="1523394" y="5426172"/>
            <a:ext cx="544660" cy="267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설비</a:t>
            </a: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BAAE1D1B-5CDF-8325-9770-13583B0B11FB}"/>
              </a:ext>
            </a:extLst>
          </p:cNvPr>
          <p:cNvCxnSpPr/>
          <p:nvPr/>
        </p:nvCxnSpPr>
        <p:spPr>
          <a:xfrm flipV="1">
            <a:off x="7019862" y="4143726"/>
            <a:ext cx="458111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2F085C9E-1F66-177E-43B7-46BD9CB29528}"/>
              </a:ext>
            </a:extLst>
          </p:cNvPr>
          <p:cNvCxnSpPr/>
          <p:nvPr/>
        </p:nvCxnSpPr>
        <p:spPr>
          <a:xfrm flipV="1">
            <a:off x="7019861" y="4349138"/>
            <a:ext cx="458111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22DF3B91-BAD8-BEC8-7420-91983DE51D5A}"/>
              </a:ext>
            </a:extLst>
          </p:cNvPr>
          <p:cNvSpPr/>
          <p:nvPr/>
        </p:nvSpPr>
        <p:spPr>
          <a:xfrm>
            <a:off x="7650312" y="5759544"/>
            <a:ext cx="970572" cy="7933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공급처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납기 요청일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E690A97-CD4D-EAB6-82B5-AED813A1CCE6}"/>
              </a:ext>
            </a:extLst>
          </p:cNvPr>
          <p:cNvCxnSpPr>
            <a:cxnSpLocks/>
          </p:cNvCxnSpPr>
          <p:nvPr/>
        </p:nvCxnSpPr>
        <p:spPr>
          <a:xfrm>
            <a:off x="7650311" y="6023659"/>
            <a:ext cx="9705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656D17F6-E32A-BB2A-AF4B-02A1F5C09E1D}"/>
              </a:ext>
            </a:extLst>
          </p:cNvPr>
          <p:cNvSpPr txBox="1"/>
          <p:nvPr/>
        </p:nvSpPr>
        <p:spPr>
          <a:xfrm>
            <a:off x="7903214" y="5536506"/>
            <a:ext cx="717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발주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7551C3ED-32B3-DEB4-098C-3AA1016E496E}"/>
              </a:ext>
            </a:extLst>
          </p:cNvPr>
          <p:cNvSpPr/>
          <p:nvPr/>
        </p:nvSpPr>
        <p:spPr>
          <a:xfrm>
            <a:off x="7495750" y="4047079"/>
            <a:ext cx="1221598" cy="10523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상위 품목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하위 품목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소요량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유효 시작일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유효 종료일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277F9D72-8C65-0C02-3A31-C8E179AB25D1}"/>
              </a:ext>
            </a:extLst>
          </p:cNvPr>
          <p:cNvCxnSpPr>
            <a:cxnSpLocks/>
          </p:cNvCxnSpPr>
          <p:nvPr/>
        </p:nvCxnSpPr>
        <p:spPr>
          <a:xfrm>
            <a:off x="7495750" y="4507777"/>
            <a:ext cx="12215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9FE85C69-EE97-A0E4-5A89-96762FC14954}"/>
              </a:ext>
            </a:extLst>
          </p:cNvPr>
          <p:cNvSpPr txBox="1"/>
          <p:nvPr/>
        </p:nvSpPr>
        <p:spPr>
          <a:xfrm>
            <a:off x="7855664" y="3813422"/>
            <a:ext cx="717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BOM</a:t>
            </a:r>
            <a:endParaRPr lang="ko-KR" altLang="en-US" sz="1100" dirty="0"/>
          </a:p>
        </p:txBody>
      </p: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D62AA5A3-3F7F-A3A5-0DEF-9D4D19FC25DE}"/>
              </a:ext>
            </a:extLst>
          </p:cNvPr>
          <p:cNvCxnSpPr>
            <a:cxnSpLocks/>
          </p:cNvCxnSpPr>
          <p:nvPr/>
        </p:nvCxnSpPr>
        <p:spPr>
          <a:xfrm flipV="1">
            <a:off x="7085851" y="4078022"/>
            <a:ext cx="0" cy="1064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F24B933E-307F-FCF8-836E-FAE3DA97E4FE}"/>
              </a:ext>
            </a:extLst>
          </p:cNvPr>
          <p:cNvCxnSpPr>
            <a:cxnSpLocks/>
          </p:cNvCxnSpPr>
          <p:nvPr/>
        </p:nvCxnSpPr>
        <p:spPr>
          <a:xfrm flipV="1">
            <a:off x="7089596" y="4299392"/>
            <a:ext cx="0" cy="1064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1" name="타원 230">
            <a:extLst>
              <a:ext uri="{FF2B5EF4-FFF2-40B4-BE49-F238E27FC236}">
                <a16:creationId xmlns:a16="http://schemas.microsoft.com/office/drawing/2014/main" id="{3689C08E-E2EE-0118-E630-969FE669B38A}"/>
              </a:ext>
            </a:extLst>
          </p:cNvPr>
          <p:cNvSpPr/>
          <p:nvPr/>
        </p:nvSpPr>
        <p:spPr>
          <a:xfrm rot="16200000">
            <a:off x="7288771" y="4069297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778D8726-C438-DA90-A9AC-6FCE814AA360}"/>
              </a:ext>
            </a:extLst>
          </p:cNvPr>
          <p:cNvCxnSpPr>
            <a:cxnSpLocks/>
          </p:cNvCxnSpPr>
          <p:nvPr/>
        </p:nvCxnSpPr>
        <p:spPr>
          <a:xfrm flipV="1">
            <a:off x="7436119" y="4047079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57CA6A92-CDA4-D1B2-9A1F-05724D154464}"/>
              </a:ext>
            </a:extLst>
          </p:cNvPr>
          <p:cNvCxnSpPr>
            <a:cxnSpLocks/>
          </p:cNvCxnSpPr>
          <p:nvPr/>
        </p:nvCxnSpPr>
        <p:spPr>
          <a:xfrm flipV="1">
            <a:off x="7436119" y="4065744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FC49507E-8CBE-208E-038C-F1B7424051D2}"/>
              </a:ext>
            </a:extLst>
          </p:cNvPr>
          <p:cNvCxnSpPr>
            <a:cxnSpLocks/>
          </p:cNvCxnSpPr>
          <p:nvPr/>
        </p:nvCxnSpPr>
        <p:spPr>
          <a:xfrm>
            <a:off x="7436119" y="4148707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5" name="타원 234">
            <a:extLst>
              <a:ext uri="{FF2B5EF4-FFF2-40B4-BE49-F238E27FC236}">
                <a16:creationId xmlns:a16="http://schemas.microsoft.com/office/drawing/2014/main" id="{9D64B0E9-039C-8A8E-42AD-827C125F82D8}"/>
              </a:ext>
            </a:extLst>
          </p:cNvPr>
          <p:cNvSpPr/>
          <p:nvPr/>
        </p:nvSpPr>
        <p:spPr>
          <a:xfrm rot="16200000">
            <a:off x="7288025" y="4282733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924FFE5A-2C7E-4AAE-2819-8E79BC2592C5}"/>
              </a:ext>
            </a:extLst>
          </p:cNvPr>
          <p:cNvCxnSpPr>
            <a:cxnSpLocks/>
          </p:cNvCxnSpPr>
          <p:nvPr/>
        </p:nvCxnSpPr>
        <p:spPr>
          <a:xfrm flipV="1">
            <a:off x="7426704" y="4270805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6DC99A90-8BB4-7438-A08A-E9998AE8C9B6}"/>
              </a:ext>
            </a:extLst>
          </p:cNvPr>
          <p:cNvCxnSpPr>
            <a:cxnSpLocks/>
          </p:cNvCxnSpPr>
          <p:nvPr/>
        </p:nvCxnSpPr>
        <p:spPr>
          <a:xfrm flipV="1">
            <a:off x="7435373" y="4279180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직선 연결선 237">
            <a:extLst>
              <a:ext uri="{FF2B5EF4-FFF2-40B4-BE49-F238E27FC236}">
                <a16:creationId xmlns:a16="http://schemas.microsoft.com/office/drawing/2014/main" id="{B8C5305C-F801-6E49-540E-B4E90438CA4D}"/>
              </a:ext>
            </a:extLst>
          </p:cNvPr>
          <p:cNvCxnSpPr>
            <a:cxnSpLocks/>
          </p:cNvCxnSpPr>
          <p:nvPr/>
        </p:nvCxnSpPr>
        <p:spPr>
          <a:xfrm>
            <a:off x="7435373" y="4362143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385DFCED-D36A-A0C6-971D-5F374F9555FB}"/>
              </a:ext>
            </a:extLst>
          </p:cNvPr>
          <p:cNvSpPr txBox="1"/>
          <p:nvPr/>
        </p:nvSpPr>
        <p:spPr>
          <a:xfrm>
            <a:off x="5942177" y="4115075"/>
            <a:ext cx="57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E5B701A0-1F61-A198-ACE0-374BEB20A9EF}"/>
              </a:ext>
            </a:extLst>
          </p:cNvPr>
          <p:cNvCxnSpPr>
            <a:cxnSpLocks/>
          </p:cNvCxnSpPr>
          <p:nvPr/>
        </p:nvCxnSpPr>
        <p:spPr>
          <a:xfrm>
            <a:off x="6486859" y="5094111"/>
            <a:ext cx="0" cy="5071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3BF84781-9B14-DDA9-7CC4-1E6E30A43A27}"/>
              </a:ext>
            </a:extLst>
          </p:cNvPr>
          <p:cNvCxnSpPr>
            <a:cxnSpLocks/>
          </p:cNvCxnSpPr>
          <p:nvPr/>
        </p:nvCxnSpPr>
        <p:spPr>
          <a:xfrm>
            <a:off x="6400649" y="5144283"/>
            <a:ext cx="177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4" name="타원 243">
            <a:extLst>
              <a:ext uri="{FF2B5EF4-FFF2-40B4-BE49-F238E27FC236}">
                <a16:creationId xmlns:a16="http://schemas.microsoft.com/office/drawing/2014/main" id="{49DBF36E-BC76-7416-7CA1-59D0723DE65A}"/>
              </a:ext>
            </a:extLst>
          </p:cNvPr>
          <p:cNvSpPr/>
          <p:nvPr/>
        </p:nvSpPr>
        <p:spPr>
          <a:xfrm rot="16200000">
            <a:off x="6416288" y="5345537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E3A572A4-2583-D37E-D1B9-FC2B00A863EC}"/>
              </a:ext>
            </a:extLst>
          </p:cNvPr>
          <p:cNvCxnSpPr/>
          <p:nvPr/>
        </p:nvCxnSpPr>
        <p:spPr>
          <a:xfrm rot="16200000">
            <a:off x="6483639" y="5400156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007951D6-DFB3-9444-3449-398D7A75EE0A}"/>
              </a:ext>
            </a:extLst>
          </p:cNvPr>
          <p:cNvCxnSpPr>
            <a:cxnSpLocks/>
          </p:cNvCxnSpPr>
          <p:nvPr/>
        </p:nvCxnSpPr>
        <p:spPr>
          <a:xfrm>
            <a:off x="6500819" y="5497983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D5C53291-E540-2236-869B-B28DAC801E3E}"/>
              </a:ext>
            </a:extLst>
          </p:cNvPr>
          <p:cNvCxnSpPr>
            <a:cxnSpLocks/>
          </p:cNvCxnSpPr>
          <p:nvPr/>
        </p:nvCxnSpPr>
        <p:spPr>
          <a:xfrm flipV="1">
            <a:off x="6412387" y="5499493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1CF41BAF-C939-9BAB-D07D-E5BE7DA80718}"/>
              </a:ext>
            </a:extLst>
          </p:cNvPr>
          <p:cNvSpPr txBox="1"/>
          <p:nvPr/>
        </p:nvSpPr>
        <p:spPr>
          <a:xfrm>
            <a:off x="7650311" y="5781595"/>
            <a:ext cx="8083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65FE3200-277E-7835-1CB1-C57279CAF0A4}"/>
              </a:ext>
            </a:extLst>
          </p:cNvPr>
          <p:cNvCxnSpPr>
            <a:cxnSpLocks/>
          </p:cNvCxnSpPr>
          <p:nvPr/>
        </p:nvCxnSpPr>
        <p:spPr>
          <a:xfrm>
            <a:off x="6989953" y="6144229"/>
            <a:ext cx="6461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777A104F-7C16-07F8-BA93-F615A4D803BD}"/>
              </a:ext>
            </a:extLst>
          </p:cNvPr>
          <p:cNvSpPr/>
          <p:nvPr/>
        </p:nvSpPr>
        <p:spPr>
          <a:xfrm>
            <a:off x="9304638" y="5757666"/>
            <a:ext cx="958498" cy="7990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ID</a:t>
            </a: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 err="1">
                <a:ea typeface="맑은 고딕" panose="020B0503020000020004" pitchFamily="50" charset="-127"/>
                <a:cs typeface="KoPubWorld돋움체 Medium" panose="00000600000000000000" pitchFamily="2" charset="-127"/>
              </a:rPr>
              <a:t>공급처명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담당자 성함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EAFE9999-86A7-E1FE-58BD-F5B6D29F5148}"/>
              </a:ext>
            </a:extLst>
          </p:cNvPr>
          <p:cNvCxnSpPr>
            <a:cxnSpLocks/>
          </p:cNvCxnSpPr>
          <p:nvPr/>
        </p:nvCxnSpPr>
        <p:spPr>
          <a:xfrm>
            <a:off x="9304638" y="6032620"/>
            <a:ext cx="9584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A226E552-921B-1E99-9648-2E890FC8E45F}"/>
              </a:ext>
            </a:extLst>
          </p:cNvPr>
          <p:cNvSpPr txBox="1"/>
          <p:nvPr/>
        </p:nvSpPr>
        <p:spPr>
          <a:xfrm>
            <a:off x="9489023" y="5539342"/>
            <a:ext cx="717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공급처</a:t>
            </a:r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64FEAB23-0F4B-8412-0998-F6424D0362BC}"/>
              </a:ext>
            </a:extLst>
          </p:cNvPr>
          <p:cNvCxnSpPr>
            <a:cxnSpLocks/>
          </p:cNvCxnSpPr>
          <p:nvPr/>
        </p:nvCxnSpPr>
        <p:spPr>
          <a:xfrm flipH="1">
            <a:off x="8620883" y="6138162"/>
            <a:ext cx="6895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01837184-47EA-A5D2-587F-64C3A08B4559}"/>
              </a:ext>
            </a:extLst>
          </p:cNvPr>
          <p:cNvCxnSpPr/>
          <p:nvPr/>
        </p:nvCxnSpPr>
        <p:spPr>
          <a:xfrm rot="10800000">
            <a:off x="7081671" y="6058377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DBDA31F9-E6DF-68F6-86B8-14849C1777FE}"/>
              </a:ext>
            </a:extLst>
          </p:cNvPr>
          <p:cNvCxnSpPr/>
          <p:nvPr/>
        </p:nvCxnSpPr>
        <p:spPr>
          <a:xfrm rot="10800000">
            <a:off x="7576237" y="6058377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3CD9F924-C12F-A64E-3F61-E3D2D5C42644}"/>
              </a:ext>
            </a:extLst>
          </p:cNvPr>
          <p:cNvCxnSpPr>
            <a:cxnSpLocks/>
          </p:cNvCxnSpPr>
          <p:nvPr/>
        </p:nvCxnSpPr>
        <p:spPr>
          <a:xfrm flipV="1">
            <a:off x="6997815" y="6145046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F3CF851C-EB34-9225-6521-241A2BB15FB7}"/>
              </a:ext>
            </a:extLst>
          </p:cNvPr>
          <p:cNvCxnSpPr>
            <a:cxnSpLocks/>
          </p:cNvCxnSpPr>
          <p:nvPr/>
        </p:nvCxnSpPr>
        <p:spPr>
          <a:xfrm>
            <a:off x="7002725" y="6074244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87ECC257-5216-6109-B052-E30D5E6AB826}"/>
              </a:ext>
            </a:extLst>
          </p:cNvPr>
          <p:cNvCxnSpPr/>
          <p:nvPr/>
        </p:nvCxnSpPr>
        <p:spPr>
          <a:xfrm rot="10800000">
            <a:off x="9244693" y="605539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5D9819DB-DAD1-FF35-8000-5F5EA91AF314}"/>
              </a:ext>
            </a:extLst>
          </p:cNvPr>
          <p:cNvCxnSpPr>
            <a:cxnSpLocks/>
          </p:cNvCxnSpPr>
          <p:nvPr/>
        </p:nvCxnSpPr>
        <p:spPr>
          <a:xfrm flipV="1">
            <a:off x="8693885" y="6044174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F295F823-B708-D489-AAC0-5959DC8C8C04}"/>
              </a:ext>
            </a:extLst>
          </p:cNvPr>
          <p:cNvCxnSpPr>
            <a:cxnSpLocks/>
          </p:cNvCxnSpPr>
          <p:nvPr/>
        </p:nvCxnSpPr>
        <p:spPr>
          <a:xfrm flipV="1">
            <a:off x="8620883" y="6143094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75DF673C-7E4F-6E66-12D2-044DCBE2E039}"/>
              </a:ext>
            </a:extLst>
          </p:cNvPr>
          <p:cNvCxnSpPr>
            <a:cxnSpLocks/>
          </p:cNvCxnSpPr>
          <p:nvPr/>
        </p:nvCxnSpPr>
        <p:spPr>
          <a:xfrm>
            <a:off x="8625793" y="6072292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2" name="타원 271">
            <a:extLst>
              <a:ext uri="{FF2B5EF4-FFF2-40B4-BE49-F238E27FC236}">
                <a16:creationId xmlns:a16="http://schemas.microsoft.com/office/drawing/2014/main" id="{6F7A2F0B-B74F-9057-1647-EE0D1D7D8BE7}"/>
              </a:ext>
            </a:extLst>
          </p:cNvPr>
          <p:cNvSpPr/>
          <p:nvPr/>
        </p:nvSpPr>
        <p:spPr>
          <a:xfrm rot="16200000">
            <a:off x="8703304" y="6074788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53F8A383-A79B-2D26-75C1-94019C234840}"/>
              </a:ext>
            </a:extLst>
          </p:cNvPr>
          <p:cNvSpPr/>
          <p:nvPr/>
        </p:nvSpPr>
        <p:spPr>
          <a:xfrm>
            <a:off x="7454779" y="1943297"/>
            <a:ext cx="939320" cy="1133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75FE7A7A-5F4C-B247-0AA9-3C4E5726F300}"/>
              </a:ext>
            </a:extLst>
          </p:cNvPr>
          <p:cNvCxnSpPr>
            <a:cxnSpLocks/>
          </p:cNvCxnSpPr>
          <p:nvPr/>
        </p:nvCxnSpPr>
        <p:spPr>
          <a:xfrm>
            <a:off x="7454779" y="2189518"/>
            <a:ext cx="9403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A4D56918-7C9D-C785-C265-AEEB2CA533EE}"/>
              </a:ext>
            </a:extLst>
          </p:cNvPr>
          <p:cNvSpPr txBox="1"/>
          <p:nvPr/>
        </p:nvSpPr>
        <p:spPr>
          <a:xfrm>
            <a:off x="7454778" y="1943296"/>
            <a:ext cx="898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ID</a:t>
            </a:r>
            <a:endParaRPr lang="ko-KR" altLang="en-US" sz="1000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0F4A6EC-FC65-E85D-DEAC-591C87A4A06D}"/>
              </a:ext>
            </a:extLst>
          </p:cNvPr>
          <p:cNvSpPr txBox="1"/>
          <p:nvPr/>
        </p:nvSpPr>
        <p:spPr>
          <a:xfrm>
            <a:off x="7435373" y="2181825"/>
            <a:ext cx="93932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품목</a:t>
            </a:r>
            <a:r>
              <a:rPr lang="en-US" altLang="ko-KR" sz="1000" dirty="0"/>
              <a:t>_ID(FK)</a:t>
            </a:r>
          </a:p>
          <a:p>
            <a:r>
              <a:rPr lang="ko-KR" altLang="en-US" sz="1000" dirty="0"/>
              <a:t>주문</a:t>
            </a:r>
            <a:r>
              <a:rPr lang="en-US" altLang="ko-KR" sz="1000" dirty="0"/>
              <a:t>_ID(FK)</a:t>
            </a:r>
          </a:p>
          <a:p>
            <a:pPr>
              <a:lnSpc>
                <a:spcPct val="125000"/>
              </a:lnSpc>
            </a:pPr>
            <a:r>
              <a:rPr lang="ko-KR" altLang="en-US" sz="1000" dirty="0"/>
              <a:t>창고</a:t>
            </a:r>
            <a:r>
              <a:rPr lang="en-US" altLang="ko-KR" sz="1000" dirty="0"/>
              <a:t>_ID(FK)</a:t>
            </a:r>
            <a:br>
              <a:rPr lang="en-US" altLang="ko-KR" sz="1000" dirty="0"/>
            </a:br>
            <a:r>
              <a:rPr lang="ko-KR" altLang="en-US" sz="1000" dirty="0"/>
              <a:t>출하일자</a:t>
            </a:r>
            <a:endParaRPr lang="en-US" altLang="ko-KR" sz="1000" dirty="0"/>
          </a:p>
          <a:p>
            <a:r>
              <a:rPr lang="ko-KR" altLang="en-US" sz="1000" dirty="0"/>
              <a:t>상태</a:t>
            </a:r>
            <a:endParaRPr lang="en-US" altLang="ko-KR" sz="1000" dirty="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3B7C102E-AF05-3B76-BEDE-7D5202554EF6}"/>
              </a:ext>
            </a:extLst>
          </p:cNvPr>
          <p:cNvSpPr txBox="1"/>
          <p:nvPr/>
        </p:nvSpPr>
        <p:spPr>
          <a:xfrm>
            <a:off x="7686190" y="1702103"/>
            <a:ext cx="898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출하</a:t>
            </a: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9907A434-6B9B-2E27-7DC6-B6EB36B1838E}"/>
              </a:ext>
            </a:extLst>
          </p:cNvPr>
          <p:cNvSpPr/>
          <p:nvPr/>
        </p:nvSpPr>
        <p:spPr>
          <a:xfrm>
            <a:off x="9004491" y="1940996"/>
            <a:ext cx="939320" cy="1133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7A85877-2209-3AE5-A16D-04D24A58A816}"/>
              </a:ext>
            </a:extLst>
          </p:cNvPr>
          <p:cNvCxnSpPr>
            <a:cxnSpLocks/>
          </p:cNvCxnSpPr>
          <p:nvPr/>
        </p:nvCxnSpPr>
        <p:spPr>
          <a:xfrm>
            <a:off x="9004491" y="2187217"/>
            <a:ext cx="9403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744477C7-42F2-6B18-C831-8BBDAE39B4DD}"/>
              </a:ext>
            </a:extLst>
          </p:cNvPr>
          <p:cNvSpPr txBox="1"/>
          <p:nvPr/>
        </p:nvSpPr>
        <p:spPr>
          <a:xfrm>
            <a:off x="9004490" y="1940995"/>
            <a:ext cx="898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ID</a:t>
            </a:r>
            <a:endParaRPr lang="ko-KR" altLang="en-US" sz="1000" dirty="0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39FF4D34-6CEC-F282-13A8-3EF6437B6671}"/>
              </a:ext>
            </a:extLst>
          </p:cNvPr>
          <p:cNvSpPr txBox="1"/>
          <p:nvPr/>
        </p:nvSpPr>
        <p:spPr>
          <a:xfrm>
            <a:off x="8970414" y="2197364"/>
            <a:ext cx="939320" cy="84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/>
              <a:t>출하</a:t>
            </a:r>
            <a:r>
              <a:rPr lang="en-US" altLang="ko-KR" sz="1000" dirty="0"/>
              <a:t>_ID(FK)</a:t>
            </a:r>
          </a:p>
          <a:p>
            <a:pPr>
              <a:lnSpc>
                <a:spcPct val="125000"/>
              </a:lnSpc>
            </a:pPr>
            <a:r>
              <a:rPr lang="ko-KR" altLang="en-US" sz="1000" dirty="0"/>
              <a:t>배송지</a:t>
            </a:r>
            <a:r>
              <a:rPr lang="en-US" altLang="ko-KR" sz="1000" dirty="0"/>
              <a:t>_ID(FK)</a:t>
            </a:r>
          </a:p>
          <a:p>
            <a:pPr>
              <a:lnSpc>
                <a:spcPct val="125000"/>
              </a:lnSpc>
            </a:pPr>
            <a:r>
              <a:rPr lang="ko-KR" altLang="en-US" sz="1000" dirty="0"/>
              <a:t>상태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예상 도착일</a:t>
            </a:r>
            <a:endParaRPr lang="en-US" altLang="ko-KR" sz="1000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B4A4B096-5B87-8343-E381-13851061DB40}"/>
              </a:ext>
            </a:extLst>
          </p:cNvPr>
          <p:cNvSpPr txBox="1"/>
          <p:nvPr/>
        </p:nvSpPr>
        <p:spPr>
          <a:xfrm>
            <a:off x="8940983" y="1724022"/>
            <a:ext cx="898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배송</a:t>
            </a: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CBAB85EF-1D40-6361-192C-21D49193217A}"/>
              </a:ext>
            </a:extLst>
          </p:cNvPr>
          <p:cNvSpPr/>
          <p:nvPr/>
        </p:nvSpPr>
        <p:spPr>
          <a:xfrm>
            <a:off x="7868803" y="659775"/>
            <a:ext cx="939320" cy="724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C7CC4FB7-A4B4-2FA4-50F2-1963E8343E85}"/>
              </a:ext>
            </a:extLst>
          </p:cNvPr>
          <p:cNvCxnSpPr>
            <a:cxnSpLocks/>
          </p:cNvCxnSpPr>
          <p:nvPr/>
        </p:nvCxnSpPr>
        <p:spPr>
          <a:xfrm>
            <a:off x="7868803" y="905996"/>
            <a:ext cx="9403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9CC3076E-D9A9-4CC6-36DA-1C1EFD44366F}"/>
              </a:ext>
            </a:extLst>
          </p:cNvPr>
          <p:cNvSpPr txBox="1"/>
          <p:nvPr/>
        </p:nvSpPr>
        <p:spPr>
          <a:xfrm>
            <a:off x="7868802" y="659774"/>
            <a:ext cx="898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배송</a:t>
            </a:r>
            <a:r>
              <a:rPr lang="en-US" altLang="ko-KR" sz="1000" dirty="0"/>
              <a:t>_ID (FK)</a:t>
            </a:r>
          </a:p>
          <a:p>
            <a:endParaRPr lang="ko-KR" altLang="en-US" sz="10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B8FBD64-43AD-AB5A-1CC1-DBAED3AF28AF}"/>
              </a:ext>
            </a:extLst>
          </p:cNvPr>
          <p:cNvSpPr txBox="1"/>
          <p:nvPr/>
        </p:nvSpPr>
        <p:spPr>
          <a:xfrm>
            <a:off x="7843353" y="934174"/>
            <a:ext cx="93932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/>
              <a:t>운송사명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차량번호</a:t>
            </a:r>
            <a:endParaRPr lang="en-US" altLang="ko-KR" sz="1000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91123614-8D67-BD88-5BE7-75616235C75B}"/>
              </a:ext>
            </a:extLst>
          </p:cNvPr>
          <p:cNvSpPr txBox="1"/>
          <p:nvPr/>
        </p:nvSpPr>
        <p:spPr>
          <a:xfrm>
            <a:off x="7974678" y="416925"/>
            <a:ext cx="898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트럭 배송</a:t>
            </a:r>
          </a:p>
        </p:txBody>
      </p: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B79694DE-EB16-66C2-C794-4226E14EE6BA}"/>
              </a:ext>
            </a:extLst>
          </p:cNvPr>
          <p:cNvSpPr/>
          <p:nvPr/>
        </p:nvSpPr>
        <p:spPr>
          <a:xfrm>
            <a:off x="8936045" y="489672"/>
            <a:ext cx="939320" cy="8932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89" name="직선 연결선 288">
            <a:extLst>
              <a:ext uri="{FF2B5EF4-FFF2-40B4-BE49-F238E27FC236}">
                <a16:creationId xmlns:a16="http://schemas.microsoft.com/office/drawing/2014/main" id="{CEFB64C3-8102-38C7-275B-4ABB67B8C68B}"/>
              </a:ext>
            </a:extLst>
          </p:cNvPr>
          <p:cNvCxnSpPr>
            <a:cxnSpLocks/>
          </p:cNvCxnSpPr>
          <p:nvPr/>
        </p:nvCxnSpPr>
        <p:spPr>
          <a:xfrm>
            <a:off x="8930974" y="750133"/>
            <a:ext cx="9403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917AD916-A231-4CCB-D1EC-BBB53DBF1CC2}"/>
              </a:ext>
            </a:extLst>
          </p:cNvPr>
          <p:cNvSpPr txBox="1"/>
          <p:nvPr/>
        </p:nvSpPr>
        <p:spPr>
          <a:xfrm>
            <a:off x="8936044" y="489670"/>
            <a:ext cx="898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배송</a:t>
            </a:r>
            <a:r>
              <a:rPr lang="en-US" altLang="ko-KR" sz="1000" dirty="0"/>
              <a:t>_ID (FK)</a:t>
            </a:r>
          </a:p>
          <a:p>
            <a:endParaRPr lang="ko-KR" altLang="en-US" sz="1000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C3342D6-B013-8527-EAA7-60AC29031D1E}"/>
              </a:ext>
            </a:extLst>
          </p:cNvPr>
          <p:cNvSpPr txBox="1"/>
          <p:nvPr/>
        </p:nvSpPr>
        <p:spPr>
          <a:xfrm>
            <a:off x="8910595" y="733603"/>
            <a:ext cx="939320" cy="64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/>
              <a:t>항공사명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항공편번호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항공기코드</a:t>
            </a:r>
            <a:endParaRPr lang="en-US" altLang="ko-KR" sz="1000" dirty="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CDB6A9C6-769A-F673-E65F-5F6D397942A4}"/>
              </a:ext>
            </a:extLst>
          </p:cNvPr>
          <p:cNvSpPr txBox="1"/>
          <p:nvPr/>
        </p:nvSpPr>
        <p:spPr>
          <a:xfrm>
            <a:off x="9002229" y="248111"/>
            <a:ext cx="898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항공 배송</a:t>
            </a: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308FB009-07D6-ED52-DD13-EDA919DD0CCD}"/>
              </a:ext>
            </a:extLst>
          </p:cNvPr>
          <p:cNvSpPr/>
          <p:nvPr/>
        </p:nvSpPr>
        <p:spPr>
          <a:xfrm>
            <a:off x="10160826" y="502635"/>
            <a:ext cx="939320" cy="8408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25F10AB3-8AB6-1350-756E-B28CD1215B42}"/>
              </a:ext>
            </a:extLst>
          </p:cNvPr>
          <p:cNvCxnSpPr>
            <a:cxnSpLocks/>
          </p:cNvCxnSpPr>
          <p:nvPr/>
        </p:nvCxnSpPr>
        <p:spPr>
          <a:xfrm>
            <a:off x="10163208" y="725043"/>
            <a:ext cx="9403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1A9BACC8-35ED-F602-B992-7032538E0C21}"/>
              </a:ext>
            </a:extLst>
          </p:cNvPr>
          <p:cNvSpPr txBox="1"/>
          <p:nvPr/>
        </p:nvSpPr>
        <p:spPr>
          <a:xfrm>
            <a:off x="10156064" y="469296"/>
            <a:ext cx="898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배송</a:t>
            </a:r>
            <a:r>
              <a:rPr lang="en-US" altLang="ko-KR" sz="1000" dirty="0"/>
              <a:t>_ID (FK)</a:t>
            </a:r>
          </a:p>
          <a:p>
            <a:endParaRPr lang="ko-KR" altLang="en-US" sz="1000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DE80B6E8-C700-666A-A9DF-3A1FF8568D0D}"/>
              </a:ext>
            </a:extLst>
          </p:cNvPr>
          <p:cNvSpPr txBox="1"/>
          <p:nvPr/>
        </p:nvSpPr>
        <p:spPr>
          <a:xfrm>
            <a:off x="10125853" y="703735"/>
            <a:ext cx="1026442" cy="64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 err="1"/>
              <a:t>선박명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컨테이너번호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항구코드</a:t>
            </a:r>
            <a:endParaRPr lang="en-US" altLang="ko-KR" sz="1000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D361B6C8-D5AB-7B2B-7700-97A102215121}"/>
              </a:ext>
            </a:extLst>
          </p:cNvPr>
          <p:cNvSpPr txBox="1"/>
          <p:nvPr/>
        </p:nvSpPr>
        <p:spPr>
          <a:xfrm>
            <a:off x="10237158" y="231603"/>
            <a:ext cx="898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선박 배송</a:t>
            </a:r>
          </a:p>
        </p:txBody>
      </p:sp>
      <p:cxnSp>
        <p:nvCxnSpPr>
          <p:cNvPr id="300" name="직선 연결선 299">
            <a:extLst>
              <a:ext uri="{FF2B5EF4-FFF2-40B4-BE49-F238E27FC236}">
                <a16:creationId xmlns:a16="http://schemas.microsoft.com/office/drawing/2014/main" id="{07F99722-5395-D80D-F3E6-744905BE17E4}"/>
              </a:ext>
            </a:extLst>
          </p:cNvPr>
          <p:cNvCxnSpPr>
            <a:cxnSpLocks/>
          </p:cNvCxnSpPr>
          <p:nvPr/>
        </p:nvCxnSpPr>
        <p:spPr>
          <a:xfrm flipH="1">
            <a:off x="4934337" y="4507777"/>
            <a:ext cx="89936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285A299D-2A7C-7BFF-27A5-FB6633D80B31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4938091" y="4521879"/>
            <a:ext cx="1535" cy="61844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0B571881-7CBF-E57F-A5CD-91E6C2047B96}"/>
              </a:ext>
            </a:extLst>
          </p:cNvPr>
          <p:cNvSpPr/>
          <p:nvPr/>
        </p:nvSpPr>
        <p:spPr>
          <a:xfrm>
            <a:off x="9351954" y="3535258"/>
            <a:ext cx="939320" cy="16712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B3D93544-D7F1-041D-D94A-E07841702AEA}"/>
              </a:ext>
            </a:extLst>
          </p:cNvPr>
          <p:cNvCxnSpPr>
            <a:cxnSpLocks/>
          </p:cNvCxnSpPr>
          <p:nvPr/>
        </p:nvCxnSpPr>
        <p:spPr>
          <a:xfrm>
            <a:off x="9347548" y="3781478"/>
            <a:ext cx="9403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ABDE0C7E-B30C-6F9A-F9D9-12549D03FB2D}"/>
              </a:ext>
            </a:extLst>
          </p:cNvPr>
          <p:cNvSpPr txBox="1"/>
          <p:nvPr/>
        </p:nvSpPr>
        <p:spPr>
          <a:xfrm>
            <a:off x="9347547" y="3535256"/>
            <a:ext cx="898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ID</a:t>
            </a:r>
            <a:endParaRPr lang="ko-KR" altLang="en-US" sz="1000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C24C84A4-FF27-98E6-4419-B0DBEB16B3E8}"/>
              </a:ext>
            </a:extLst>
          </p:cNvPr>
          <p:cNvSpPr txBox="1"/>
          <p:nvPr/>
        </p:nvSpPr>
        <p:spPr>
          <a:xfrm>
            <a:off x="9322098" y="3809656"/>
            <a:ext cx="939320" cy="1418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/>
              <a:t>주문</a:t>
            </a:r>
            <a:r>
              <a:rPr lang="en-US" altLang="ko-KR" sz="1000" dirty="0"/>
              <a:t>_ID(FK)</a:t>
            </a:r>
          </a:p>
          <a:p>
            <a:pPr>
              <a:lnSpc>
                <a:spcPct val="125000"/>
              </a:lnSpc>
            </a:pPr>
            <a:r>
              <a:rPr lang="ko-KR" altLang="en-US" sz="1000" dirty="0"/>
              <a:t>품목</a:t>
            </a:r>
            <a:r>
              <a:rPr lang="en-US" altLang="ko-KR" sz="1000" dirty="0"/>
              <a:t>_ID(FK)</a:t>
            </a:r>
          </a:p>
          <a:p>
            <a:pPr>
              <a:lnSpc>
                <a:spcPct val="125000"/>
              </a:lnSpc>
            </a:pPr>
            <a:r>
              <a:rPr lang="ko-KR" altLang="en-US" sz="1000" dirty="0"/>
              <a:t>유형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요청사유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요청일자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상태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회수 방법</a:t>
            </a:r>
            <a:endParaRPr lang="en-US" altLang="ko-KR" sz="1000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0DB572F6-60D7-88C3-2B30-F1A13F39604B}"/>
              </a:ext>
            </a:extLst>
          </p:cNvPr>
          <p:cNvSpPr txBox="1"/>
          <p:nvPr/>
        </p:nvSpPr>
        <p:spPr>
          <a:xfrm>
            <a:off x="9263176" y="3302500"/>
            <a:ext cx="12878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추가 고객 요청</a:t>
            </a: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0B3CFB35-A85A-03E9-578E-7ED2531C4339}"/>
              </a:ext>
            </a:extLst>
          </p:cNvPr>
          <p:cNvSpPr/>
          <p:nvPr/>
        </p:nvSpPr>
        <p:spPr>
          <a:xfrm>
            <a:off x="11045237" y="3267384"/>
            <a:ext cx="1035774" cy="7796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14" name="직선 연결선 313">
            <a:extLst>
              <a:ext uri="{FF2B5EF4-FFF2-40B4-BE49-F238E27FC236}">
                <a16:creationId xmlns:a16="http://schemas.microsoft.com/office/drawing/2014/main" id="{5A1E15C8-A625-12BC-08D0-FBD5B196F341}"/>
              </a:ext>
            </a:extLst>
          </p:cNvPr>
          <p:cNvCxnSpPr>
            <a:cxnSpLocks/>
          </p:cNvCxnSpPr>
          <p:nvPr/>
        </p:nvCxnSpPr>
        <p:spPr>
          <a:xfrm>
            <a:off x="11045237" y="3513603"/>
            <a:ext cx="10357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EFDDF68B-EBA7-DC33-8E61-69148FBA595C}"/>
              </a:ext>
            </a:extLst>
          </p:cNvPr>
          <p:cNvSpPr txBox="1"/>
          <p:nvPr/>
        </p:nvSpPr>
        <p:spPr>
          <a:xfrm>
            <a:off x="10995900" y="3263796"/>
            <a:ext cx="1196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고객요청</a:t>
            </a:r>
            <a:r>
              <a:rPr lang="en-US" altLang="ko-KR" sz="1000" dirty="0"/>
              <a:t>_ID(FK)</a:t>
            </a:r>
            <a:endParaRPr lang="ko-KR" altLang="en-US" sz="1000"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4287DAB-C17E-1DBA-C207-49AF2915189B}"/>
              </a:ext>
            </a:extLst>
          </p:cNvPr>
          <p:cNvSpPr txBox="1"/>
          <p:nvPr/>
        </p:nvSpPr>
        <p:spPr>
          <a:xfrm>
            <a:off x="11004202" y="3541781"/>
            <a:ext cx="1170328" cy="64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/>
              <a:t>환불방법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환불일자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endParaRPr lang="en-US" altLang="ko-KR" sz="100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F59ED4CD-4358-D528-D1EB-74B7B69B3ADE}"/>
              </a:ext>
            </a:extLst>
          </p:cNvPr>
          <p:cNvSpPr txBox="1"/>
          <p:nvPr/>
        </p:nvSpPr>
        <p:spPr>
          <a:xfrm>
            <a:off x="11293187" y="3038279"/>
            <a:ext cx="898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반품</a:t>
            </a: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4F24BEF0-F595-2255-9697-F2AA484611DB}"/>
              </a:ext>
            </a:extLst>
          </p:cNvPr>
          <p:cNvSpPr/>
          <p:nvPr/>
        </p:nvSpPr>
        <p:spPr>
          <a:xfrm>
            <a:off x="11038992" y="4747220"/>
            <a:ext cx="1035774" cy="8656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20" name="직선 연결선 319">
            <a:extLst>
              <a:ext uri="{FF2B5EF4-FFF2-40B4-BE49-F238E27FC236}">
                <a16:creationId xmlns:a16="http://schemas.microsoft.com/office/drawing/2014/main" id="{27CB3120-A6C7-3D59-C92F-F416F7B17FFA}"/>
              </a:ext>
            </a:extLst>
          </p:cNvPr>
          <p:cNvCxnSpPr>
            <a:cxnSpLocks/>
          </p:cNvCxnSpPr>
          <p:nvPr/>
        </p:nvCxnSpPr>
        <p:spPr>
          <a:xfrm>
            <a:off x="11038992" y="4993440"/>
            <a:ext cx="10357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" name="TextBox 321">
            <a:extLst>
              <a:ext uri="{FF2B5EF4-FFF2-40B4-BE49-F238E27FC236}">
                <a16:creationId xmlns:a16="http://schemas.microsoft.com/office/drawing/2014/main" id="{3396058E-6087-7AB5-1E8E-05C778B56441}"/>
              </a:ext>
            </a:extLst>
          </p:cNvPr>
          <p:cNvSpPr txBox="1"/>
          <p:nvPr/>
        </p:nvSpPr>
        <p:spPr>
          <a:xfrm>
            <a:off x="10997957" y="4983516"/>
            <a:ext cx="11703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/>
              <a:t>회수일자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교환완료일자</a:t>
            </a:r>
            <a:endParaRPr lang="en-US" altLang="ko-KR" sz="1000" dirty="0"/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58536E78-6A73-A578-2CA6-83DF607DDDE9}"/>
              </a:ext>
            </a:extLst>
          </p:cNvPr>
          <p:cNvSpPr txBox="1"/>
          <p:nvPr/>
        </p:nvSpPr>
        <p:spPr>
          <a:xfrm>
            <a:off x="11293187" y="4526085"/>
            <a:ext cx="898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교환</a:t>
            </a:r>
          </a:p>
        </p:txBody>
      </p:sp>
      <p:cxnSp>
        <p:nvCxnSpPr>
          <p:cNvPr id="324" name="직선 연결선 323">
            <a:extLst>
              <a:ext uri="{FF2B5EF4-FFF2-40B4-BE49-F238E27FC236}">
                <a16:creationId xmlns:a16="http://schemas.microsoft.com/office/drawing/2014/main" id="{84DB6EC1-A712-15D1-2DCB-3AF181C8071C}"/>
              </a:ext>
            </a:extLst>
          </p:cNvPr>
          <p:cNvCxnSpPr>
            <a:cxnSpLocks/>
          </p:cNvCxnSpPr>
          <p:nvPr/>
        </p:nvCxnSpPr>
        <p:spPr>
          <a:xfrm>
            <a:off x="10283625" y="4363178"/>
            <a:ext cx="55073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5" name="순서도: 지연 324">
            <a:extLst>
              <a:ext uri="{FF2B5EF4-FFF2-40B4-BE49-F238E27FC236}">
                <a16:creationId xmlns:a16="http://schemas.microsoft.com/office/drawing/2014/main" id="{18E1C995-A7E2-A338-E0EF-E18A2267D43C}"/>
              </a:ext>
            </a:extLst>
          </p:cNvPr>
          <p:cNvSpPr/>
          <p:nvPr/>
        </p:nvSpPr>
        <p:spPr>
          <a:xfrm rot="10800000">
            <a:off x="10404916" y="4224372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26" name="직선 연결선 325">
            <a:extLst>
              <a:ext uri="{FF2B5EF4-FFF2-40B4-BE49-F238E27FC236}">
                <a16:creationId xmlns:a16="http://schemas.microsoft.com/office/drawing/2014/main" id="{F0A9E68E-EC5C-52BC-AA17-5C1BD2C4C2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69495" y="4297351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558863E3-86E8-02EF-23D6-7649AC7EBE1E}"/>
              </a:ext>
            </a:extLst>
          </p:cNvPr>
          <p:cNvCxnSpPr>
            <a:cxnSpLocks/>
          </p:cNvCxnSpPr>
          <p:nvPr/>
        </p:nvCxnSpPr>
        <p:spPr>
          <a:xfrm rot="16200000">
            <a:off x="10468326" y="4289589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76B370B1-4107-A35E-9CB3-4A3A1377F11B}"/>
              </a:ext>
            </a:extLst>
          </p:cNvPr>
          <p:cNvCxnSpPr>
            <a:cxnSpLocks/>
          </p:cNvCxnSpPr>
          <p:nvPr/>
        </p:nvCxnSpPr>
        <p:spPr>
          <a:xfrm>
            <a:off x="10833520" y="3765606"/>
            <a:ext cx="0" cy="141810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직선 연결선 331">
            <a:extLst>
              <a:ext uri="{FF2B5EF4-FFF2-40B4-BE49-F238E27FC236}">
                <a16:creationId xmlns:a16="http://schemas.microsoft.com/office/drawing/2014/main" id="{1924B9FE-5490-B62D-DC9D-CA7A81EAB0F9}"/>
              </a:ext>
            </a:extLst>
          </p:cNvPr>
          <p:cNvCxnSpPr>
            <a:cxnSpLocks/>
          </p:cNvCxnSpPr>
          <p:nvPr/>
        </p:nvCxnSpPr>
        <p:spPr>
          <a:xfrm flipV="1">
            <a:off x="6774385" y="3039829"/>
            <a:ext cx="0" cy="64123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46B5855F-F732-B6E8-92C7-45B64597078B}"/>
              </a:ext>
            </a:extLst>
          </p:cNvPr>
          <p:cNvCxnSpPr>
            <a:cxnSpLocks/>
          </p:cNvCxnSpPr>
          <p:nvPr/>
        </p:nvCxnSpPr>
        <p:spPr>
          <a:xfrm>
            <a:off x="6787166" y="3688040"/>
            <a:ext cx="254104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A9CDE590-6C68-AFE6-778D-8CE2D3C4B568}"/>
              </a:ext>
            </a:extLst>
          </p:cNvPr>
          <p:cNvCxnSpPr>
            <a:cxnSpLocks/>
          </p:cNvCxnSpPr>
          <p:nvPr/>
        </p:nvCxnSpPr>
        <p:spPr>
          <a:xfrm>
            <a:off x="10837626" y="3773764"/>
            <a:ext cx="20105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1EE5A49F-416A-5764-110E-7BDB51C8A55E}"/>
              </a:ext>
            </a:extLst>
          </p:cNvPr>
          <p:cNvCxnSpPr>
            <a:cxnSpLocks/>
          </p:cNvCxnSpPr>
          <p:nvPr/>
        </p:nvCxnSpPr>
        <p:spPr>
          <a:xfrm>
            <a:off x="10829281" y="5192085"/>
            <a:ext cx="20105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1DB594ED-9785-7EA0-4191-3C5A4FE952E5}"/>
              </a:ext>
            </a:extLst>
          </p:cNvPr>
          <p:cNvCxnSpPr>
            <a:cxnSpLocks/>
          </p:cNvCxnSpPr>
          <p:nvPr/>
        </p:nvCxnSpPr>
        <p:spPr>
          <a:xfrm>
            <a:off x="9481141" y="1518947"/>
            <a:ext cx="0" cy="41298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4" name="순서도: 지연 343">
            <a:extLst>
              <a:ext uri="{FF2B5EF4-FFF2-40B4-BE49-F238E27FC236}">
                <a16:creationId xmlns:a16="http://schemas.microsoft.com/office/drawing/2014/main" id="{BCFD271B-A7E5-4339-26BA-C0A085F85352}"/>
              </a:ext>
            </a:extLst>
          </p:cNvPr>
          <p:cNvSpPr/>
          <p:nvPr/>
        </p:nvSpPr>
        <p:spPr>
          <a:xfrm rot="5400000">
            <a:off x="9377571" y="1607253"/>
            <a:ext cx="211417" cy="212941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7EAB2B98-12EB-9E77-B5B3-FFBB34361D63}"/>
              </a:ext>
            </a:extLst>
          </p:cNvPr>
          <p:cNvCxnSpPr>
            <a:cxnSpLocks/>
          </p:cNvCxnSpPr>
          <p:nvPr/>
        </p:nvCxnSpPr>
        <p:spPr>
          <a:xfrm flipV="1">
            <a:off x="9382078" y="1608015"/>
            <a:ext cx="214975" cy="1048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A7BFEEE2-A8F2-E21B-606A-FE7373167CBD}"/>
              </a:ext>
            </a:extLst>
          </p:cNvPr>
          <p:cNvCxnSpPr>
            <a:cxnSpLocks/>
            <a:stCxn id="344" idx="0"/>
          </p:cNvCxnSpPr>
          <p:nvPr/>
        </p:nvCxnSpPr>
        <p:spPr>
          <a:xfrm flipH="1" flipV="1">
            <a:off x="9373205" y="1608015"/>
            <a:ext cx="216545" cy="1057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9" name="직선 연결선 358">
            <a:extLst>
              <a:ext uri="{FF2B5EF4-FFF2-40B4-BE49-F238E27FC236}">
                <a16:creationId xmlns:a16="http://schemas.microsoft.com/office/drawing/2014/main" id="{726EE848-5934-79AB-403D-9EDFF2F5B704}"/>
              </a:ext>
            </a:extLst>
          </p:cNvPr>
          <p:cNvCxnSpPr>
            <a:cxnSpLocks/>
          </p:cNvCxnSpPr>
          <p:nvPr/>
        </p:nvCxnSpPr>
        <p:spPr>
          <a:xfrm>
            <a:off x="8318873" y="1526342"/>
            <a:ext cx="229620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0" name="직선 연결선 359">
            <a:extLst>
              <a:ext uri="{FF2B5EF4-FFF2-40B4-BE49-F238E27FC236}">
                <a16:creationId xmlns:a16="http://schemas.microsoft.com/office/drawing/2014/main" id="{DBE59DB4-6AB7-C10F-3C8C-D6EBBBDF8EB1}"/>
              </a:ext>
            </a:extLst>
          </p:cNvPr>
          <p:cNvCxnSpPr>
            <a:cxnSpLocks/>
          </p:cNvCxnSpPr>
          <p:nvPr/>
        </p:nvCxnSpPr>
        <p:spPr>
          <a:xfrm flipV="1">
            <a:off x="8329743" y="1381254"/>
            <a:ext cx="0" cy="1439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1" name="직선 연결선 360">
            <a:extLst>
              <a:ext uri="{FF2B5EF4-FFF2-40B4-BE49-F238E27FC236}">
                <a16:creationId xmlns:a16="http://schemas.microsoft.com/office/drawing/2014/main" id="{9BA21F21-3ABC-50D7-CB4B-A9EF808E06B2}"/>
              </a:ext>
            </a:extLst>
          </p:cNvPr>
          <p:cNvCxnSpPr>
            <a:cxnSpLocks/>
          </p:cNvCxnSpPr>
          <p:nvPr/>
        </p:nvCxnSpPr>
        <p:spPr>
          <a:xfrm flipV="1">
            <a:off x="9484213" y="1385392"/>
            <a:ext cx="0" cy="144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6" name="직선 연결선 365">
            <a:extLst>
              <a:ext uri="{FF2B5EF4-FFF2-40B4-BE49-F238E27FC236}">
                <a16:creationId xmlns:a16="http://schemas.microsoft.com/office/drawing/2014/main" id="{7F89E82D-1B2D-B2B4-8D22-03D0746C0A76}"/>
              </a:ext>
            </a:extLst>
          </p:cNvPr>
          <p:cNvCxnSpPr>
            <a:cxnSpLocks/>
          </p:cNvCxnSpPr>
          <p:nvPr/>
        </p:nvCxnSpPr>
        <p:spPr>
          <a:xfrm flipV="1">
            <a:off x="10609234" y="1343025"/>
            <a:ext cx="0" cy="1884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8" name="직선 연결선 367">
            <a:extLst>
              <a:ext uri="{FF2B5EF4-FFF2-40B4-BE49-F238E27FC236}">
                <a16:creationId xmlns:a16="http://schemas.microsoft.com/office/drawing/2014/main" id="{7FB01A90-E8D5-604D-632A-ED495A380BBC}"/>
              </a:ext>
            </a:extLst>
          </p:cNvPr>
          <p:cNvCxnSpPr>
            <a:cxnSpLocks/>
          </p:cNvCxnSpPr>
          <p:nvPr/>
        </p:nvCxnSpPr>
        <p:spPr>
          <a:xfrm flipH="1">
            <a:off x="3846227" y="6066386"/>
            <a:ext cx="54023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6BD68B48-B137-967F-5298-89D5F9E89C9E}"/>
              </a:ext>
            </a:extLst>
          </p:cNvPr>
          <p:cNvCxnSpPr>
            <a:cxnSpLocks/>
          </p:cNvCxnSpPr>
          <p:nvPr/>
        </p:nvCxnSpPr>
        <p:spPr>
          <a:xfrm flipH="1">
            <a:off x="8411939" y="2488295"/>
            <a:ext cx="56877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1BF94D50-F8F3-402B-A6F5-640A9E4531BA}"/>
              </a:ext>
            </a:extLst>
          </p:cNvPr>
          <p:cNvSpPr/>
          <p:nvPr/>
        </p:nvSpPr>
        <p:spPr>
          <a:xfrm>
            <a:off x="10492740" y="2000874"/>
            <a:ext cx="825708" cy="10232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8CB15100-9034-D773-1E46-2CA6F1E9A8FD}"/>
              </a:ext>
            </a:extLst>
          </p:cNvPr>
          <p:cNvCxnSpPr>
            <a:cxnSpLocks/>
          </p:cNvCxnSpPr>
          <p:nvPr/>
        </p:nvCxnSpPr>
        <p:spPr>
          <a:xfrm>
            <a:off x="10498931" y="2247094"/>
            <a:ext cx="8203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9" name="TextBox 378">
            <a:extLst>
              <a:ext uri="{FF2B5EF4-FFF2-40B4-BE49-F238E27FC236}">
                <a16:creationId xmlns:a16="http://schemas.microsoft.com/office/drawing/2014/main" id="{16173C5A-B074-BE99-549B-72D1373B0515}"/>
              </a:ext>
            </a:extLst>
          </p:cNvPr>
          <p:cNvSpPr txBox="1"/>
          <p:nvPr/>
        </p:nvSpPr>
        <p:spPr>
          <a:xfrm>
            <a:off x="10489186" y="1984932"/>
            <a:ext cx="694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ID</a:t>
            </a:r>
            <a:endParaRPr lang="ko-KR" altLang="en-US" sz="1000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36DCE727-61D3-ED68-35A3-520A855467EB}"/>
              </a:ext>
            </a:extLst>
          </p:cNvPr>
          <p:cNvSpPr txBox="1"/>
          <p:nvPr/>
        </p:nvSpPr>
        <p:spPr>
          <a:xfrm>
            <a:off x="10453213" y="2210337"/>
            <a:ext cx="861217" cy="84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dirty="0"/>
              <a:t>고객</a:t>
            </a:r>
            <a:r>
              <a:rPr lang="en-US" altLang="ko-KR" sz="1000" dirty="0"/>
              <a:t>_ID (FK)</a:t>
            </a:r>
          </a:p>
          <a:p>
            <a:pPr>
              <a:lnSpc>
                <a:spcPct val="125000"/>
              </a:lnSpc>
            </a:pPr>
            <a:r>
              <a:rPr lang="ko-KR" altLang="en-US" sz="1000" dirty="0"/>
              <a:t>주소 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상세주소</a:t>
            </a:r>
            <a:endParaRPr lang="en-US" altLang="ko-KR" sz="1000" dirty="0"/>
          </a:p>
          <a:p>
            <a:pPr>
              <a:lnSpc>
                <a:spcPct val="125000"/>
              </a:lnSpc>
            </a:pPr>
            <a:r>
              <a:rPr lang="ko-KR" altLang="en-US" sz="1000" dirty="0"/>
              <a:t>우편번호</a:t>
            </a:r>
            <a:endParaRPr lang="en-US" altLang="ko-KR" sz="1000" dirty="0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4C6C2B32-236C-8AAE-D547-410D435654FC}"/>
              </a:ext>
            </a:extLst>
          </p:cNvPr>
          <p:cNvSpPr txBox="1"/>
          <p:nvPr/>
        </p:nvSpPr>
        <p:spPr>
          <a:xfrm>
            <a:off x="10676620" y="1785336"/>
            <a:ext cx="69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배송지</a:t>
            </a:r>
          </a:p>
        </p:txBody>
      </p: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5AD874D3-EC4B-319F-0E7A-0AB6220C7D31}"/>
              </a:ext>
            </a:extLst>
          </p:cNvPr>
          <p:cNvCxnSpPr>
            <a:cxnSpLocks/>
          </p:cNvCxnSpPr>
          <p:nvPr/>
        </p:nvCxnSpPr>
        <p:spPr>
          <a:xfrm flipH="1" flipV="1">
            <a:off x="9933063" y="2496068"/>
            <a:ext cx="552057" cy="735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D9D045B2-CE4C-DDD6-B876-7F15954AFA1D}"/>
              </a:ext>
            </a:extLst>
          </p:cNvPr>
          <p:cNvCxnSpPr>
            <a:cxnSpLocks/>
          </p:cNvCxnSpPr>
          <p:nvPr/>
        </p:nvCxnSpPr>
        <p:spPr>
          <a:xfrm>
            <a:off x="10419628" y="2419069"/>
            <a:ext cx="0" cy="1687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B3889635-67E3-F34A-3840-F09060E20BE0}"/>
              </a:ext>
            </a:extLst>
          </p:cNvPr>
          <p:cNvCxnSpPr/>
          <p:nvPr/>
        </p:nvCxnSpPr>
        <p:spPr>
          <a:xfrm rot="10800000">
            <a:off x="10019488" y="2415313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CD43C9D9-F82D-6EA3-906F-4A80637FF977}"/>
              </a:ext>
            </a:extLst>
          </p:cNvPr>
          <p:cNvCxnSpPr>
            <a:cxnSpLocks/>
          </p:cNvCxnSpPr>
          <p:nvPr/>
        </p:nvCxnSpPr>
        <p:spPr>
          <a:xfrm flipV="1">
            <a:off x="9956178" y="2505739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4C0CB87E-40FD-063C-F949-29A734ED7708}"/>
              </a:ext>
            </a:extLst>
          </p:cNvPr>
          <p:cNvCxnSpPr>
            <a:cxnSpLocks/>
          </p:cNvCxnSpPr>
          <p:nvPr/>
        </p:nvCxnSpPr>
        <p:spPr>
          <a:xfrm>
            <a:off x="9961088" y="2434937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307A80C5-C21B-A67B-C04F-2307B952F5E7}"/>
              </a:ext>
            </a:extLst>
          </p:cNvPr>
          <p:cNvCxnSpPr>
            <a:cxnSpLocks/>
          </p:cNvCxnSpPr>
          <p:nvPr/>
        </p:nvCxnSpPr>
        <p:spPr>
          <a:xfrm rot="10800000">
            <a:off x="6910204" y="2409794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04D9A33C-0261-B158-6B46-B3213FE91FA5}"/>
              </a:ext>
            </a:extLst>
          </p:cNvPr>
          <p:cNvCxnSpPr>
            <a:cxnSpLocks/>
          </p:cNvCxnSpPr>
          <p:nvPr/>
        </p:nvCxnSpPr>
        <p:spPr>
          <a:xfrm flipH="1">
            <a:off x="2189339" y="6052706"/>
            <a:ext cx="4370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3" name="직사각형 402">
            <a:extLst>
              <a:ext uri="{FF2B5EF4-FFF2-40B4-BE49-F238E27FC236}">
                <a16:creationId xmlns:a16="http://schemas.microsoft.com/office/drawing/2014/main" id="{DBC005B4-5457-387A-9A11-A67268116A9A}"/>
              </a:ext>
            </a:extLst>
          </p:cNvPr>
          <p:cNvSpPr/>
          <p:nvPr/>
        </p:nvSpPr>
        <p:spPr>
          <a:xfrm>
            <a:off x="3450858" y="4115075"/>
            <a:ext cx="917291" cy="9307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ID</a:t>
            </a: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위치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구분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최대 적재량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404" name="직선 연결선 403">
            <a:extLst>
              <a:ext uri="{FF2B5EF4-FFF2-40B4-BE49-F238E27FC236}">
                <a16:creationId xmlns:a16="http://schemas.microsoft.com/office/drawing/2014/main" id="{245E8F06-6684-A551-751C-D6FAD10702C1}"/>
              </a:ext>
            </a:extLst>
          </p:cNvPr>
          <p:cNvCxnSpPr>
            <a:cxnSpLocks/>
          </p:cNvCxnSpPr>
          <p:nvPr/>
        </p:nvCxnSpPr>
        <p:spPr>
          <a:xfrm>
            <a:off x="3450858" y="4432252"/>
            <a:ext cx="9172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1B6F6B7-C910-EC5E-4300-94145F51958B}"/>
              </a:ext>
            </a:extLst>
          </p:cNvPr>
          <p:cNvSpPr txBox="1"/>
          <p:nvPr/>
        </p:nvSpPr>
        <p:spPr>
          <a:xfrm>
            <a:off x="3655137" y="3887497"/>
            <a:ext cx="538894" cy="266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창고</a:t>
            </a:r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E3C4E110-515D-9A02-07B4-A4235486ACEC}"/>
              </a:ext>
            </a:extLst>
          </p:cNvPr>
          <p:cNvSpPr/>
          <p:nvPr/>
        </p:nvSpPr>
        <p:spPr>
          <a:xfrm>
            <a:off x="4502272" y="3112804"/>
            <a:ext cx="931009" cy="10494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품목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창고</a:t>
            </a:r>
            <a:r>
              <a:rPr lang="en-US" altLang="ko-KR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_ID (FK)</a:t>
            </a:r>
          </a:p>
          <a:p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입고일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상세 위치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000" dirty="0">
                <a:ea typeface="맑은 고딕" panose="020B0503020000020004" pitchFamily="50" charset="-127"/>
                <a:cs typeface="KoPubWorld돋움체 Medium" panose="00000600000000000000" pitchFamily="2" charset="-127"/>
              </a:rPr>
              <a:t>수량</a:t>
            </a:r>
            <a:endParaRPr lang="en-US" altLang="ko-KR" sz="1000" dirty="0"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407" name="직선 연결선 406">
            <a:extLst>
              <a:ext uri="{FF2B5EF4-FFF2-40B4-BE49-F238E27FC236}">
                <a16:creationId xmlns:a16="http://schemas.microsoft.com/office/drawing/2014/main" id="{02CFA028-C215-4C42-1645-180C486313D5}"/>
              </a:ext>
            </a:extLst>
          </p:cNvPr>
          <p:cNvCxnSpPr>
            <a:cxnSpLocks/>
          </p:cNvCxnSpPr>
          <p:nvPr/>
        </p:nvCxnSpPr>
        <p:spPr>
          <a:xfrm>
            <a:off x="4502272" y="3573502"/>
            <a:ext cx="931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267270E2-2196-E85F-72ED-409B9068CA33}"/>
              </a:ext>
            </a:extLst>
          </p:cNvPr>
          <p:cNvSpPr txBox="1"/>
          <p:nvPr/>
        </p:nvSpPr>
        <p:spPr>
          <a:xfrm>
            <a:off x="4205140" y="2891269"/>
            <a:ext cx="927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재고 현황</a:t>
            </a:r>
          </a:p>
        </p:txBody>
      </p:sp>
      <p:cxnSp>
        <p:nvCxnSpPr>
          <p:cNvPr id="420" name="직선 연결선 419">
            <a:extLst>
              <a:ext uri="{FF2B5EF4-FFF2-40B4-BE49-F238E27FC236}">
                <a16:creationId xmlns:a16="http://schemas.microsoft.com/office/drawing/2014/main" id="{DB8911C1-0386-0527-528E-13377E18D09D}"/>
              </a:ext>
            </a:extLst>
          </p:cNvPr>
          <p:cNvCxnSpPr>
            <a:cxnSpLocks/>
          </p:cNvCxnSpPr>
          <p:nvPr/>
        </p:nvCxnSpPr>
        <p:spPr>
          <a:xfrm rot="10800000">
            <a:off x="2262767" y="596724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1" name="타원 420">
            <a:extLst>
              <a:ext uri="{FF2B5EF4-FFF2-40B4-BE49-F238E27FC236}">
                <a16:creationId xmlns:a16="http://schemas.microsoft.com/office/drawing/2014/main" id="{6168F2B0-51BE-B2E2-23D8-7A439C075DDD}"/>
              </a:ext>
            </a:extLst>
          </p:cNvPr>
          <p:cNvSpPr/>
          <p:nvPr/>
        </p:nvSpPr>
        <p:spPr>
          <a:xfrm rot="16200000">
            <a:off x="2434825" y="5985750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DDA4D14B-5613-7BBA-CEA8-1D6DA8DAD125}"/>
              </a:ext>
            </a:extLst>
          </p:cNvPr>
          <p:cNvCxnSpPr>
            <a:cxnSpLocks/>
          </p:cNvCxnSpPr>
          <p:nvPr/>
        </p:nvCxnSpPr>
        <p:spPr>
          <a:xfrm flipV="1">
            <a:off x="2573504" y="5973822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3" name="직선 연결선 422">
            <a:extLst>
              <a:ext uri="{FF2B5EF4-FFF2-40B4-BE49-F238E27FC236}">
                <a16:creationId xmlns:a16="http://schemas.microsoft.com/office/drawing/2014/main" id="{8B3B5941-FEAA-E485-B3BD-75024AD1AFF2}"/>
              </a:ext>
            </a:extLst>
          </p:cNvPr>
          <p:cNvCxnSpPr>
            <a:cxnSpLocks/>
          </p:cNvCxnSpPr>
          <p:nvPr/>
        </p:nvCxnSpPr>
        <p:spPr>
          <a:xfrm flipV="1">
            <a:off x="2582173" y="5982197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4" name="직선 연결선 423">
            <a:extLst>
              <a:ext uri="{FF2B5EF4-FFF2-40B4-BE49-F238E27FC236}">
                <a16:creationId xmlns:a16="http://schemas.microsoft.com/office/drawing/2014/main" id="{3A6F806C-C90C-CFD5-C822-039EC8E3BF82}"/>
              </a:ext>
            </a:extLst>
          </p:cNvPr>
          <p:cNvCxnSpPr>
            <a:cxnSpLocks/>
          </p:cNvCxnSpPr>
          <p:nvPr/>
        </p:nvCxnSpPr>
        <p:spPr>
          <a:xfrm>
            <a:off x="2582173" y="6065160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6" name="직선 연결선 425">
            <a:extLst>
              <a:ext uri="{FF2B5EF4-FFF2-40B4-BE49-F238E27FC236}">
                <a16:creationId xmlns:a16="http://schemas.microsoft.com/office/drawing/2014/main" id="{A7DE8D6A-944C-733D-BD11-80F0E191BD8D}"/>
              </a:ext>
            </a:extLst>
          </p:cNvPr>
          <p:cNvCxnSpPr>
            <a:cxnSpLocks/>
          </p:cNvCxnSpPr>
          <p:nvPr/>
        </p:nvCxnSpPr>
        <p:spPr>
          <a:xfrm rot="10800000">
            <a:off x="4289983" y="5970621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6DA2EED9-4BB0-3B25-BF01-890A976521DF}"/>
              </a:ext>
            </a:extLst>
          </p:cNvPr>
          <p:cNvCxnSpPr>
            <a:cxnSpLocks/>
          </p:cNvCxnSpPr>
          <p:nvPr/>
        </p:nvCxnSpPr>
        <p:spPr>
          <a:xfrm flipV="1">
            <a:off x="3949358" y="5976160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49C480D-8940-84C8-1179-669D1BDEF9E6}"/>
              </a:ext>
            </a:extLst>
          </p:cNvPr>
          <p:cNvCxnSpPr>
            <a:cxnSpLocks/>
          </p:cNvCxnSpPr>
          <p:nvPr/>
        </p:nvCxnSpPr>
        <p:spPr>
          <a:xfrm flipV="1">
            <a:off x="3876356" y="6075080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9" name="직선 연결선 428">
            <a:extLst>
              <a:ext uri="{FF2B5EF4-FFF2-40B4-BE49-F238E27FC236}">
                <a16:creationId xmlns:a16="http://schemas.microsoft.com/office/drawing/2014/main" id="{0DCE07AB-5A2A-8416-0A71-B08D4AB37E22}"/>
              </a:ext>
            </a:extLst>
          </p:cNvPr>
          <p:cNvCxnSpPr>
            <a:cxnSpLocks/>
          </p:cNvCxnSpPr>
          <p:nvPr/>
        </p:nvCxnSpPr>
        <p:spPr>
          <a:xfrm>
            <a:off x="3881266" y="6004278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0" name="타원 429">
            <a:extLst>
              <a:ext uri="{FF2B5EF4-FFF2-40B4-BE49-F238E27FC236}">
                <a16:creationId xmlns:a16="http://schemas.microsoft.com/office/drawing/2014/main" id="{5BAB1C56-BDFC-8449-47B9-0247FAD5EB26}"/>
              </a:ext>
            </a:extLst>
          </p:cNvPr>
          <p:cNvSpPr/>
          <p:nvPr/>
        </p:nvSpPr>
        <p:spPr>
          <a:xfrm rot="16200000">
            <a:off x="3958777" y="6006774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896B46CB-3B0A-5A67-C21F-8E0544003BDA}"/>
              </a:ext>
            </a:extLst>
          </p:cNvPr>
          <p:cNvCxnSpPr>
            <a:cxnSpLocks/>
          </p:cNvCxnSpPr>
          <p:nvPr/>
        </p:nvCxnSpPr>
        <p:spPr>
          <a:xfrm flipH="1">
            <a:off x="3686262" y="3429000"/>
            <a:ext cx="8131" cy="61807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D528708-55E1-14F9-BC9F-9F314BD8E9D0}"/>
              </a:ext>
            </a:extLst>
          </p:cNvPr>
          <p:cNvCxnSpPr>
            <a:cxnSpLocks/>
          </p:cNvCxnSpPr>
          <p:nvPr/>
        </p:nvCxnSpPr>
        <p:spPr>
          <a:xfrm rot="16200000">
            <a:off x="5204985" y="4177743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타원 119">
            <a:extLst>
              <a:ext uri="{FF2B5EF4-FFF2-40B4-BE49-F238E27FC236}">
                <a16:creationId xmlns:a16="http://schemas.microsoft.com/office/drawing/2014/main" id="{C6FFF9BC-E74F-4A87-72FE-56BE5FD13DE7}"/>
              </a:ext>
            </a:extLst>
          </p:cNvPr>
          <p:cNvSpPr/>
          <p:nvPr/>
        </p:nvSpPr>
        <p:spPr>
          <a:xfrm rot="16200000">
            <a:off x="5134689" y="4269582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C49A8ADA-89C7-3E63-2856-9DFDC9BD6F35}"/>
              </a:ext>
            </a:extLst>
          </p:cNvPr>
          <p:cNvCxnSpPr>
            <a:cxnSpLocks/>
          </p:cNvCxnSpPr>
          <p:nvPr/>
        </p:nvCxnSpPr>
        <p:spPr>
          <a:xfrm rot="16200000">
            <a:off x="5161569" y="4223661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144F9F4A-3936-CA1A-2E5D-A6AF2AE8A7A3}"/>
              </a:ext>
            </a:extLst>
          </p:cNvPr>
          <p:cNvCxnSpPr>
            <a:cxnSpLocks/>
          </p:cNvCxnSpPr>
          <p:nvPr/>
        </p:nvCxnSpPr>
        <p:spPr>
          <a:xfrm rot="16200000" flipV="1">
            <a:off x="5118911" y="4177743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D4D081D9-E129-79E9-D296-CF19D99B18B0}"/>
              </a:ext>
            </a:extLst>
          </p:cNvPr>
          <p:cNvCxnSpPr>
            <a:cxnSpLocks/>
          </p:cNvCxnSpPr>
          <p:nvPr/>
        </p:nvCxnSpPr>
        <p:spPr>
          <a:xfrm rot="16200000">
            <a:off x="5205861" y="4180625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7F3EFF5-F56F-3426-6814-015FF2DCCA20}"/>
              </a:ext>
            </a:extLst>
          </p:cNvPr>
          <p:cNvCxnSpPr>
            <a:cxnSpLocks/>
          </p:cNvCxnSpPr>
          <p:nvPr/>
        </p:nvCxnSpPr>
        <p:spPr>
          <a:xfrm>
            <a:off x="5202518" y="4425231"/>
            <a:ext cx="0" cy="3658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572E2B72-2D07-8785-3BA3-379072F0BDC6}"/>
              </a:ext>
            </a:extLst>
          </p:cNvPr>
          <p:cNvCxnSpPr>
            <a:cxnSpLocks/>
          </p:cNvCxnSpPr>
          <p:nvPr/>
        </p:nvCxnSpPr>
        <p:spPr>
          <a:xfrm flipH="1">
            <a:off x="5194300" y="4781550"/>
            <a:ext cx="765659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205383B2-D35B-0D3C-8525-FEE97935F205}"/>
              </a:ext>
            </a:extLst>
          </p:cNvPr>
          <p:cNvCxnSpPr>
            <a:cxnSpLocks/>
          </p:cNvCxnSpPr>
          <p:nvPr/>
        </p:nvCxnSpPr>
        <p:spPr>
          <a:xfrm rot="10800000">
            <a:off x="5886938" y="469723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E0C7CE6D-5805-1CAC-2EDD-0F1AA8707CD2}"/>
              </a:ext>
            </a:extLst>
          </p:cNvPr>
          <p:cNvCxnSpPr>
            <a:cxnSpLocks/>
          </p:cNvCxnSpPr>
          <p:nvPr/>
        </p:nvCxnSpPr>
        <p:spPr>
          <a:xfrm>
            <a:off x="5459594" y="3420743"/>
            <a:ext cx="254104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8BAC14D0-FE9C-7B59-A723-7FA6FED6E88D}"/>
              </a:ext>
            </a:extLst>
          </p:cNvPr>
          <p:cNvCxnSpPr>
            <a:cxnSpLocks/>
          </p:cNvCxnSpPr>
          <p:nvPr/>
        </p:nvCxnSpPr>
        <p:spPr>
          <a:xfrm flipV="1">
            <a:off x="8012635" y="3100127"/>
            <a:ext cx="0" cy="320616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598A4C2-4092-3FD0-F719-1AECD4C4BFE0}"/>
              </a:ext>
            </a:extLst>
          </p:cNvPr>
          <p:cNvCxnSpPr>
            <a:cxnSpLocks/>
          </p:cNvCxnSpPr>
          <p:nvPr/>
        </p:nvCxnSpPr>
        <p:spPr>
          <a:xfrm rot="16200000">
            <a:off x="4331348" y="183855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5DD0A9-B5AF-2D2F-30DC-5D782669B9FE}"/>
              </a:ext>
            </a:extLst>
          </p:cNvPr>
          <p:cNvCxnSpPr>
            <a:cxnSpLocks/>
          </p:cNvCxnSpPr>
          <p:nvPr/>
        </p:nvCxnSpPr>
        <p:spPr>
          <a:xfrm rot="16200000">
            <a:off x="4322471" y="1578383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F6514B54-C056-CE66-E4E7-675425E9DB0F}"/>
              </a:ext>
            </a:extLst>
          </p:cNvPr>
          <p:cNvSpPr/>
          <p:nvPr/>
        </p:nvSpPr>
        <p:spPr>
          <a:xfrm rot="16200000">
            <a:off x="4240100" y="1670222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1D60E2D-9E90-39B5-28EF-80ED0457AC07}"/>
              </a:ext>
            </a:extLst>
          </p:cNvPr>
          <p:cNvCxnSpPr>
            <a:cxnSpLocks/>
          </p:cNvCxnSpPr>
          <p:nvPr/>
        </p:nvCxnSpPr>
        <p:spPr>
          <a:xfrm rot="16200000">
            <a:off x="4279055" y="1624301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02169C4-70D0-856F-007D-DA68A071D831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36397" y="1578383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F71FE51-D842-890F-8831-68EFFF10B210}"/>
              </a:ext>
            </a:extLst>
          </p:cNvPr>
          <p:cNvCxnSpPr>
            <a:cxnSpLocks/>
          </p:cNvCxnSpPr>
          <p:nvPr/>
        </p:nvCxnSpPr>
        <p:spPr>
          <a:xfrm rot="16200000">
            <a:off x="4323347" y="1581265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3C2B518-43BD-C601-BA0B-6D75CA31956D}"/>
              </a:ext>
            </a:extLst>
          </p:cNvPr>
          <p:cNvCxnSpPr>
            <a:cxnSpLocks/>
          </p:cNvCxnSpPr>
          <p:nvPr/>
        </p:nvCxnSpPr>
        <p:spPr>
          <a:xfrm rot="16200000">
            <a:off x="6360459" y="1654080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31B9C03-05AF-CE00-39A6-63AF015A62A6}"/>
              </a:ext>
            </a:extLst>
          </p:cNvPr>
          <p:cNvCxnSpPr>
            <a:cxnSpLocks/>
          </p:cNvCxnSpPr>
          <p:nvPr/>
        </p:nvCxnSpPr>
        <p:spPr>
          <a:xfrm flipH="1">
            <a:off x="6155207" y="1175924"/>
            <a:ext cx="2348" cy="223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타원 40">
            <a:extLst>
              <a:ext uri="{FF2B5EF4-FFF2-40B4-BE49-F238E27FC236}">
                <a16:creationId xmlns:a16="http://schemas.microsoft.com/office/drawing/2014/main" id="{FA6FE8A1-55D9-8B39-6424-7F48B66DDDCF}"/>
              </a:ext>
            </a:extLst>
          </p:cNvPr>
          <p:cNvSpPr/>
          <p:nvPr/>
        </p:nvSpPr>
        <p:spPr>
          <a:xfrm rot="9257415">
            <a:off x="6160441" y="1211604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791ADA15-7382-0053-6854-DF0EEBEB44F9}"/>
              </a:ext>
            </a:extLst>
          </p:cNvPr>
          <p:cNvCxnSpPr>
            <a:cxnSpLocks/>
          </p:cNvCxnSpPr>
          <p:nvPr/>
        </p:nvCxnSpPr>
        <p:spPr>
          <a:xfrm flipH="1">
            <a:off x="11341021" y="2503426"/>
            <a:ext cx="33345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CAF36F2-9D24-3F80-E5C7-B2AB1A505229}"/>
              </a:ext>
            </a:extLst>
          </p:cNvPr>
          <p:cNvCxnSpPr>
            <a:cxnSpLocks/>
          </p:cNvCxnSpPr>
          <p:nvPr/>
        </p:nvCxnSpPr>
        <p:spPr>
          <a:xfrm flipV="1">
            <a:off x="11420133" y="2405460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25DF9E9-AA0F-9D25-99E2-15AD54717F45}"/>
              </a:ext>
            </a:extLst>
          </p:cNvPr>
          <p:cNvCxnSpPr>
            <a:cxnSpLocks/>
          </p:cNvCxnSpPr>
          <p:nvPr/>
        </p:nvCxnSpPr>
        <p:spPr>
          <a:xfrm flipV="1">
            <a:off x="11347131" y="2504380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65DCA204-4301-5777-EF1F-29756530A67C}"/>
              </a:ext>
            </a:extLst>
          </p:cNvPr>
          <p:cNvCxnSpPr>
            <a:cxnSpLocks/>
          </p:cNvCxnSpPr>
          <p:nvPr/>
        </p:nvCxnSpPr>
        <p:spPr>
          <a:xfrm>
            <a:off x="11352041" y="2433578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4A86A138-4EEF-BEC0-FA74-72FB88E2EABB}"/>
              </a:ext>
            </a:extLst>
          </p:cNvPr>
          <p:cNvSpPr/>
          <p:nvPr/>
        </p:nvSpPr>
        <p:spPr>
          <a:xfrm rot="16200000">
            <a:off x="11429552" y="2436074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BB06CA65-A123-B25E-64E1-2782607A493A}"/>
              </a:ext>
            </a:extLst>
          </p:cNvPr>
          <p:cNvSpPr/>
          <p:nvPr/>
        </p:nvSpPr>
        <p:spPr>
          <a:xfrm rot="16200000">
            <a:off x="5760526" y="3112154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FA6A63B-6A4C-791A-04BE-540065755175}"/>
              </a:ext>
            </a:extLst>
          </p:cNvPr>
          <p:cNvCxnSpPr>
            <a:cxnSpLocks/>
          </p:cNvCxnSpPr>
          <p:nvPr/>
        </p:nvCxnSpPr>
        <p:spPr>
          <a:xfrm>
            <a:off x="5511728" y="2248226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B071C1DD-6B5F-49A2-068F-96F9957E6168}"/>
              </a:ext>
            </a:extLst>
          </p:cNvPr>
          <p:cNvCxnSpPr>
            <a:cxnSpLocks/>
          </p:cNvCxnSpPr>
          <p:nvPr/>
        </p:nvCxnSpPr>
        <p:spPr>
          <a:xfrm flipV="1">
            <a:off x="5511728" y="2248226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FE5D4B79-EC18-8F70-CB1F-09E25AABCDA8}"/>
              </a:ext>
            </a:extLst>
          </p:cNvPr>
          <p:cNvCxnSpPr>
            <a:cxnSpLocks/>
          </p:cNvCxnSpPr>
          <p:nvPr/>
        </p:nvCxnSpPr>
        <p:spPr>
          <a:xfrm>
            <a:off x="5511728" y="2338933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5E3CEECC-7D6B-24B2-C915-44476D6D9818}"/>
              </a:ext>
            </a:extLst>
          </p:cNvPr>
          <p:cNvCxnSpPr>
            <a:cxnSpLocks/>
          </p:cNvCxnSpPr>
          <p:nvPr/>
        </p:nvCxnSpPr>
        <p:spPr>
          <a:xfrm flipH="1">
            <a:off x="4906958" y="2336863"/>
            <a:ext cx="737465" cy="0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24B22DF4-17C5-66CE-8D87-480DA3B62F9C}"/>
              </a:ext>
            </a:extLst>
          </p:cNvPr>
          <p:cNvCxnSpPr>
            <a:cxnSpLocks/>
          </p:cNvCxnSpPr>
          <p:nvPr/>
        </p:nvCxnSpPr>
        <p:spPr>
          <a:xfrm flipV="1">
            <a:off x="4978421" y="2261870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195E6EAD-6EAE-0BF1-3477-3440D85F89D0}"/>
              </a:ext>
            </a:extLst>
          </p:cNvPr>
          <p:cNvCxnSpPr>
            <a:cxnSpLocks/>
          </p:cNvCxnSpPr>
          <p:nvPr/>
        </p:nvCxnSpPr>
        <p:spPr>
          <a:xfrm>
            <a:off x="7347556" y="2407429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id="{91DF8BA1-92BF-6055-3853-18AA90A99C9F}"/>
              </a:ext>
            </a:extLst>
          </p:cNvPr>
          <p:cNvSpPr/>
          <p:nvPr/>
        </p:nvSpPr>
        <p:spPr>
          <a:xfrm rot="16200000">
            <a:off x="7182261" y="2422887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DB9254BF-43A2-5D20-F19C-3B98803BCB69}"/>
              </a:ext>
            </a:extLst>
          </p:cNvPr>
          <p:cNvCxnSpPr>
            <a:cxnSpLocks/>
          </p:cNvCxnSpPr>
          <p:nvPr/>
        </p:nvCxnSpPr>
        <p:spPr>
          <a:xfrm flipV="1">
            <a:off x="7347556" y="2407429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41D07C3D-8C3E-5E4B-384A-4B2738995EAF}"/>
              </a:ext>
            </a:extLst>
          </p:cNvPr>
          <p:cNvCxnSpPr>
            <a:cxnSpLocks/>
          </p:cNvCxnSpPr>
          <p:nvPr/>
        </p:nvCxnSpPr>
        <p:spPr>
          <a:xfrm>
            <a:off x="7347556" y="2498136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타원 114">
            <a:extLst>
              <a:ext uri="{FF2B5EF4-FFF2-40B4-BE49-F238E27FC236}">
                <a16:creationId xmlns:a16="http://schemas.microsoft.com/office/drawing/2014/main" id="{1ECABE19-614C-0A55-F2C0-60B9AEEB6F94}"/>
              </a:ext>
            </a:extLst>
          </p:cNvPr>
          <p:cNvSpPr/>
          <p:nvPr/>
        </p:nvSpPr>
        <p:spPr>
          <a:xfrm rot="16200000">
            <a:off x="10035727" y="2436074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6121FA68-72C2-305E-34C4-396006FE3E56}"/>
              </a:ext>
            </a:extLst>
          </p:cNvPr>
          <p:cNvCxnSpPr>
            <a:cxnSpLocks/>
          </p:cNvCxnSpPr>
          <p:nvPr/>
        </p:nvCxnSpPr>
        <p:spPr>
          <a:xfrm flipH="1">
            <a:off x="6651181" y="3176246"/>
            <a:ext cx="2137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50D11447-C75E-A099-5E01-A676A91EAF04}"/>
              </a:ext>
            </a:extLst>
          </p:cNvPr>
          <p:cNvCxnSpPr>
            <a:cxnSpLocks/>
          </p:cNvCxnSpPr>
          <p:nvPr/>
        </p:nvCxnSpPr>
        <p:spPr>
          <a:xfrm>
            <a:off x="9166549" y="3595749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85AFE907-CB6A-EDE5-A757-5FA1C61D45B5}"/>
              </a:ext>
            </a:extLst>
          </p:cNvPr>
          <p:cNvSpPr/>
          <p:nvPr/>
        </p:nvSpPr>
        <p:spPr>
          <a:xfrm rot="16200000">
            <a:off x="9009384" y="3608451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766A82E1-3822-54A7-9144-92E533D3F96D}"/>
              </a:ext>
            </a:extLst>
          </p:cNvPr>
          <p:cNvCxnSpPr>
            <a:cxnSpLocks/>
          </p:cNvCxnSpPr>
          <p:nvPr/>
        </p:nvCxnSpPr>
        <p:spPr>
          <a:xfrm flipV="1">
            <a:off x="9166549" y="3595749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74E6AE30-E429-3D6D-158C-475ACD23C7B0}"/>
              </a:ext>
            </a:extLst>
          </p:cNvPr>
          <p:cNvCxnSpPr>
            <a:cxnSpLocks/>
          </p:cNvCxnSpPr>
          <p:nvPr/>
        </p:nvCxnSpPr>
        <p:spPr>
          <a:xfrm>
            <a:off x="9174679" y="3683700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2545102-4E26-9D60-5869-F5DC7FD7E090}"/>
              </a:ext>
            </a:extLst>
          </p:cNvPr>
          <p:cNvSpPr txBox="1"/>
          <p:nvPr/>
        </p:nvSpPr>
        <p:spPr>
          <a:xfrm>
            <a:off x="10995900" y="4757430"/>
            <a:ext cx="1196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고객요청</a:t>
            </a:r>
            <a:r>
              <a:rPr lang="en-US" altLang="ko-KR" sz="1000" dirty="0"/>
              <a:t>_ID(FK)</a:t>
            </a:r>
            <a:endParaRPr lang="ko-KR" altLang="en-US" sz="10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040C77A-A5C3-8493-8280-C0A3CCC2B5EE}"/>
              </a:ext>
            </a:extLst>
          </p:cNvPr>
          <p:cNvSpPr txBox="1"/>
          <p:nvPr/>
        </p:nvSpPr>
        <p:spPr>
          <a:xfrm>
            <a:off x="2306842" y="1462936"/>
            <a:ext cx="104530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결제</a:t>
            </a:r>
            <a:r>
              <a:rPr lang="en-US" altLang="ko-KR" sz="1050" dirty="0"/>
              <a:t>_ID (FK)</a:t>
            </a:r>
          </a:p>
          <a:p>
            <a:endParaRPr lang="ko-KR" alt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8B291CF-D14B-9949-FA58-1071E222B960}"/>
              </a:ext>
            </a:extLst>
          </p:cNvPr>
          <p:cNvSpPr txBox="1"/>
          <p:nvPr/>
        </p:nvSpPr>
        <p:spPr>
          <a:xfrm>
            <a:off x="1127847" y="3643922"/>
            <a:ext cx="9672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고객</a:t>
            </a:r>
            <a:r>
              <a:rPr lang="en-US" altLang="ko-KR" sz="1050" dirty="0"/>
              <a:t>_ID (FK)</a:t>
            </a:r>
            <a:endParaRPr lang="ko-KR" altLang="en-US" sz="105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F7DD282-F2C6-5714-C9A8-943D58F82332}"/>
              </a:ext>
            </a:extLst>
          </p:cNvPr>
          <p:cNvSpPr txBox="1"/>
          <p:nvPr/>
        </p:nvSpPr>
        <p:spPr>
          <a:xfrm>
            <a:off x="2155352" y="3644434"/>
            <a:ext cx="9672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고객</a:t>
            </a:r>
            <a:r>
              <a:rPr lang="en-US" altLang="ko-KR" sz="1050" dirty="0"/>
              <a:t>_ID (FK)</a:t>
            </a:r>
            <a:endParaRPr lang="ko-KR" altLang="en-US" sz="1050" dirty="0"/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CA782D76-A7B3-BF11-F1B2-F8ED1AA93C80}"/>
              </a:ext>
            </a:extLst>
          </p:cNvPr>
          <p:cNvCxnSpPr>
            <a:cxnSpLocks/>
          </p:cNvCxnSpPr>
          <p:nvPr/>
        </p:nvCxnSpPr>
        <p:spPr>
          <a:xfrm rot="5400000" flipH="1">
            <a:off x="3397677" y="1173927"/>
            <a:ext cx="2495" cy="16610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DED5E4BA-9506-EE5A-DF9B-AA608AA9D04A}"/>
              </a:ext>
            </a:extLst>
          </p:cNvPr>
          <p:cNvCxnSpPr>
            <a:cxnSpLocks/>
          </p:cNvCxnSpPr>
          <p:nvPr/>
        </p:nvCxnSpPr>
        <p:spPr>
          <a:xfrm flipH="1">
            <a:off x="6029320" y="1280707"/>
            <a:ext cx="31663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06CCE0A5-303A-0658-79F7-CE6EA44763F3}"/>
              </a:ext>
            </a:extLst>
          </p:cNvPr>
          <p:cNvCxnSpPr>
            <a:cxnSpLocks/>
          </p:cNvCxnSpPr>
          <p:nvPr/>
        </p:nvCxnSpPr>
        <p:spPr>
          <a:xfrm flipV="1">
            <a:off x="11676585" y="138113"/>
            <a:ext cx="0" cy="234511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9B309482-3EA2-CF67-2B1A-780735B27B0D}"/>
              </a:ext>
            </a:extLst>
          </p:cNvPr>
          <p:cNvCxnSpPr>
            <a:cxnSpLocks/>
          </p:cNvCxnSpPr>
          <p:nvPr/>
        </p:nvCxnSpPr>
        <p:spPr>
          <a:xfrm>
            <a:off x="1595438" y="130451"/>
            <a:ext cx="1005211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D9C3BD9C-74EC-7337-8C96-D232ABBAE10A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543833" y="138783"/>
            <a:ext cx="8782" cy="162120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58D15F53-5A06-4A44-C453-F01D70E6166B}"/>
              </a:ext>
            </a:extLst>
          </p:cNvPr>
          <p:cNvCxnSpPr>
            <a:cxnSpLocks/>
          </p:cNvCxnSpPr>
          <p:nvPr/>
        </p:nvCxnSpPr>
        <p:spPr>
          <a:xfrm rot="16200000">
            <a:off x="1540958" y="1585749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8" name="타원 297">
            <a:extLst>
              <a:ext uri="{FF2B5EF4-FFF2-40B4-BE49-F238E27FC236}">
                <a16:creationId xmlns:a16="http://schemas.microsoft.com/office/drawing/2014/main" id="{1CD65C97-8CF2-8649-6C48-4745E0A8B9C9}"/>
              </a:ext>
            </a:extLst>
          </p:cNvPr>
          <p:cNvSpPr/>
          <p:nvPr/>
        </p:nvSpPr>
        <p:spPr>
          <a:xfrm rot="5400000">
            <a:off x="7080927" y="6080288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866B64A2-3B96-9DFF-B883-7B7E79EA52C7}"/>
              </a:ext>
            </a:extLst>
          </p:cNvPr>
          <p:cNvSpPr/>
          <p:nvPr/>
        </p:nvSpPr>
        <p:spPr>
          <a:xfrm rot="5400000">
            <a:off x="5346433" y="2268501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254841A-44C7-7637-63F1-681A5EEE977A}"/>
              </a:ext>
            </a:extLst>
          </p:cNvPr>
          <p:cNvCxnSpPr>
            <a:cxnSpLocks/>
          </p:cNvCxnSpPr>
          <p:nvPr/>
        </p:nvCxnSpPr>
        <p:spPr>
          <a:xfrm>
            <a:off x="6429119" y="3102432"/>
            <a:ext cx="0" cy="79900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B08C03DE-9C06-7FF4-092C-4A6577005B4F}"/>
              </a:ext>
            </a:extLst>
          </p:cNvPr>
          <p:cNvCxnSpPr>
            <a:cxnSpLocks/>
          </p:cNvCxnSpPr>
          <p:nvPr/>
        </p:nvCxnSpPr>
        <p:spPr>
          <a:xfrm rot="10800000">
            <a:off x="8472304" y="2410044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B04EDCA-E6B6-785C-4FCB-428E861EF70B}"/>
              </a:ext>
            </a:extLst>
          </p:cNvPr>
          <p:cNvCxnSpPr>
            <a:cxnSpLocks/>
          </p:cNvCxnSpPr>
          <p:nvPr/>
        </p:nvCxnSpPr>
        <p:spPr>
          <a:xfrm>
            <a:off x="8882643" y="2394586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6920B1AE-5AD4-42A2-51A4-E1D6F65A1901}"/>
              </a:ext>
            </a:extLst>
          </p:cNvPr>
          <p:cNvSpPr/>
          <p:nvPr/>
        </p:nvSpPr>
        <p:spPr>
          <a:xfrm rot="16200000">
            <a:off x="8717348" y="2410044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47AC149-0052-FB0A-FE00-FA3ECF0A04BC}"/>
              </a:ext>
            </a:extLst>
          </p:cNvPr>
          <p:cNvCxnSpPr>
            <a:cxnSpLocks/>
          </p:cNvCxnSpPr>
          <p:nvPr/>
        </p:nvCxnSpPr>
        <p:spPr>
          <a:xfrm flipV="1">
            <a:off x="8882643" y="2394586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645F416-4559-3AC0-ADA3-CDF0791C1370}"/>
              </a:ext>
            </a:extLst>
          </p:cNvPr>
          <p:cNvCxnSpPr>
            <a:cxnSpLocks/>
          </p:cNvCxnSpPr>
          <p:nvPr/>
        </p:nvCxnSpPr>
        <p:spPr>
          <a:xfrm>
            <a:off x="8882643" y="2485293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B7A101A4-B33C-64FA-D09D-F9CB53B0AE6A}"/>
              </a:ext>
            </a:extLst>
          </p:cNvPr>
          <p:cNvCxnSpPr>
            <a:cxnSpLocks/>
          </p:cNvCxnSpPr>
          <p:nvPr/>
        </p:nvCxnSpPr>
        <p:spPr>
          <a:xfrm>
            <a:off x="5520674" y="3332105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C941F57E-7C82-6043-E8D9-AD8113CDF5B6}"/>
              </a:ext>
            </a:extLst>
          </p:cNvPr>
          <p:cNvCxnSpPr/>
          <p:nvPr/>
        </p:nvCxnSpPr>
        <p:spPr>
          <a:xfrm rot="16200000">
            <a:off x="8007027" y="3093905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타원 155">
            <a:extLst>
              <a:ext uri="{FF2B5EF4-FFF2-40B4-BE49-F238E27FC236}">
                <a16:creationId xmlns:a16="http://schemas.microsoft.com/office/drawing/2014/main" id="{AFAF4429-20D4-0E96-F342-415CD0AFE6A9}"/>
              </a:ext>
            </a:extLst>
          </p:cNvPr>
          <p:cNvSpPr/>
          <p:nvPr/>
        </p:nvSpPr>
        <p:spPr>
          <a:xfrm rot="16200000">
            <a:off x="7936731" y="3185744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B8977E80-3DD6-49D0-7C38-5BA9F4D07A65}"/>
              </a:ext>
            </a:extLst>
          </p:cNvPr>
          <p:cNvCxnSpPr/>
          <p:nvPr/>
        </p:nvCxnSpPr>
        <p:spPr>
          <a:xfrm rot="16200000">
            <a:off x="7963611" y="3139823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DBF89025-8687-B9E9-C90E-40B6804A41DB}"/>
              </a:ext>
            </a:extLst>
          </p:cNvPr>
          <p:cNvCxnSpPr/>
          <p:nvPr/>
        </p:nvCxnSpPr>
        <p:spPr>
          <a:xfrm rot="16200000" flipV="1">
            <a:off x="7920953" y="3093905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508F0883-1802-7741-1089-1BFC253A97E2}"/>
              </a:ext>
            </a:extLst>
          </p:cNvPr>
          <p:cNvCxnSpPr/>
          <p:nvPr/>
        </p:nvCxnSpPr>
        <p:spPr>
          <a:xfrm rot="16200000">
            <a:off x="8007903" y="3096787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42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F739B6-FE53-DA8D-1EA2-A910E55D681F}"/>
              </a:ext>
            </a:extLst>
          </p:cNvPr>
          <p:cNvGrpSpPr/>
          <p:nvPr/>
        </p:nvGrpSpPr>
        <p:grpSpPr>
          <a:xfrm>
            <a:off x="5383543" y="1350680"/>
            <a:ext cx="1207186" cy="858873"/>
            <a:chOff x="330980" y="453423"/>
            <a:chExt cx="1207186" cy="85887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85ADFA5-75FB-7B1E-D4D8-42C42C19BFA2}"/>
                </a:ext>
              </a:extLst>
            </p:cNvPr>
            <p:cNvSpPr/>
            <p:nvPr/>
          </p:nvSpPr>
          <p:spPr>
            <a:xfrm>
              <a:off x="397802" y="698677"/>
              <a:ext cx="1104607" cy="6136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7CCD2DC-A660-6083-18E9-545928039B6E}"/>
                </a:ext>
              </a:extLst>
            </p:cNvPr>
            <p:cNvCxnSpPr/>
            <p:nvPr/>
          </p:nvCxnSpPr>
          <p:spPr>
            <a:xfrm>
              <a:off x="397802" y="905221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78EFCE-6994-FDF7-9E3C-9CF2D046CFAD}"/>
                </a:ext>
              </a:extLst>
            </p:cNvPr>
            <p:cNvSpPr txBox="1"/>
            <p:nvPr/>
          </p:nvSpPr>
          <p:spPr>
            <a:xfrm>
              <a:off x="382270" y="672811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D55D4F-579F-A468-A8D4-1024FDDC4376}"/>
                </a:ext>
              </a:extLst>
            </p:cNvPr>
            <p:cNvSpPr txBox="1"/>
            <p:nvPr/>
          </p:nvSpPr>
          <p:spPr>
            <a:xfrm>
              <a:off x="382270" y="912186"/>
              <a:ext cx="11046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이름</a:t>
              </a:r>
              <a:endParaRPr lang="en-US" altLang="ko-KR" sz="1000" dirty="0"/>
            </a:p>
            <a:p>
              <a:r>
                <a:rPr lang="ko-KR" altLang="en-US" sz="1000" dirty="0"/>
                <a:t>연락처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E026BC4-4150-0690-236B-4E73DA27959F}"/>
                </a:ext>
              </a:extLst>
            </p:cNvPr>
            <p:cNvSpPr txBox="1"/>
            <p:nvPr/>
          </p:nvSpPr>
          <p:spPr>
            <a:xfrm>
              <a:off x="330980" y="453423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고객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748B7B7-F104-F8B8-B3CD-8B949BA0AD3C}"/>
              </a:ext>
            </a:extLst>
          </p:cNvPr>
          <p:cNvGrpSpPr/>
          <p:nvPr/>
        </p:nvGrpSpPr>
        <p:grpSpPr>
          <a:xfrm>
            <a:off x="487435" y="1851214"/>
            <a:ext cx="1207186" cy="743581"/>
            <a:chOff x="487435" y="1851214"/>
            <a:chExt cx="1207186" cy="743581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AAF59DA-BFF5-E056-8AF1-7E01B5C01D2E}"/>
                </a:ext>
              </a:extLst>
            </p:cNvPr>
            <p:cNvSpPr/>
            <p:nvPr/>
          </p:nvSpPr>
          <p:spPr>
            <a:xfrm>
              <a:off x="538725" y="2123300"/>
              <a:ext cx="1104607" cy="471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03C00DF-770C-E14F-A17A-B5F4E866A8F9}"/>
                </a:ext>
              </a:extLst>
            </p:cNvPr>
            <p:cNvCxnSpPr>
              <a:cxnSpLocks/>
            </p:cNvCxnSpPr>
            <p:nvPr/>
          </p:nvCxnSpPr>
          <p:spPr>
            <a:xfrm>
              <a:off x="538725" y="2329845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008485-7A31-236D-C1ED-B91ABBC0F94E}"/>
                </a:ext>
              </a:extLst>
            </p:cNvPr>
            <p:cNvSpPr txBox="1"/>
            <p:nvPr/>
          </p:nvSpPr>
          <p:spPr>
            <a:xfrm>
              <a:off x="523193" y="2097435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B7E344A-A7C4-840C-B075-24A04DA0ED7D}"/>
                </a:ext>
              </a:extLst>
            </p:cNvPr>
            <p:cNvSpPr txBox="1"/>
            <p:nvPr/>
          </p:nvSpPr>
          <p:spPr>
            <a:xfrm>
              <a:off x="523193" y="2336810"/>
              <a:ext cx="1104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주민 번호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AA6A999-07C4-31CB-2B5B-2022C4331FCD}"/>
                </a:ext>
              </a:extLst>
            </p:cNvPr>
            <p:cNvSpPr txBox="1"/>
            <p:nvPr/>
          </p:nvSpPr>
          <p:spPr>
            <a:xfrm>
              <a:off x="487435" y="1851214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개인고객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487770A-0682-D4E0-1622-ADC4364E4F73}"/>
              </a:ext>
            </a:extLst>
          </p:cNvPr>
          <p:cNvGrpSpPr/>
          <p:nvPr/>
        </p:nvGrpSpPr>
        <p:grpSpPr>
          <a:xfrm>
            <a:off x="8860705" y="438465"/>
            <a:ext cx="1207186" cy="1034570"/>
            <a:chOff x="5940223" y="678751"/>
            <a:chExt cx="1207186" cy="103457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D8E9018-4D9F-DA4B-A917-E4CE2F94335D}"/>
                </a:ext>
              </a:extLst>
            </p:cNvPr>
            <p:cNvSpPr/>
            <p:nvPr/>
          </p:nvSpPr>
          <p:spPr>
            <a:xfrm>
              <a:off x="5991513" y="945813"/>
              <a:ext cx="1104607" cy="76750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94307F2D-F5C7-C484-AD4B-846DF98E2FB6}"/>
                </a:ext>
              </a:extLst>
            </p:cNvPr>
            <p:cNvCxnSpPr/>
            <p:nvPr/>
          </p:nvCxnSpPr>
          <p:spPr>
            <a:xfrm>
              <a:off x="5991513" y="1152358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69E63D-A068-E4B1-A022-AC4CA1F2214F}"/>
                </a:ext>
              </a:extLst>
            </p:cNvPr>
            <p:cNvSpPr txBox="1"/>
            <p:nvPr/>
          </p:nvSpPr>
          <p:spPr>
            <a:xfrm>
              <a:off x="5975981" y="919948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84E4A42-F3C4-9807-A602-1C4C93178560}"/>
                </a:ext>
              </a:extLst>
            </p:cNvPr>
            <p:cNvSpPr txBox="1"/>
            <p:nvPr/>
          </p:nvSpPr>
          <p:spPr>
            <a:xfrm>
              <a:off x="5975981" y="1159323"/>
              <a:ext cx="110460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주문</a:t>
              </a:r>
              <a:r>
                <a:rPr lang="en-US" altLang="ko-KR" sz="1000" dirty="0"/>
                <a:t>_ID (FK)</a:t>
              </a:r>
            </a:p>
            <a:p>
              <a:r>
                <a:rPr lang="ko-KR" altLang="en-US" sz="1000" dirty="0"/>
                <a:t>결제일</a:t>
              </a:r>
              <a:endParaRPr lang="en-US" altLang="ko-KR" sz="1000" dirty="0"/>
            </a:p>
            <a:p>
              <a:r>
                <a:rPr lang="ko-KR" altLang="en-US" sz="1000" dirty="0"/>
                <a:t>금액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D99DBD6-1513-F477-4FE5-AD7E9F9613BF}"/>
                </a:ext>
              </a:extLst>
            </p:cNvPr>
            <p:cNvSpPr txBox="1"/>
            <p:nvPr/>
          </p:nvSpPr>
          <p:spPr>
            <a:xfrm>
              <a:off x="5940223" y="678751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결제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B3568FC-B8C6-E359-161D-4E74E686C0E9}"/>
              </a:ext>
            </a:extLst>
          </p:cNvPr>
          <p:cNvGrpSpPr/>
          <p:nvPr/>
        </p:nvGrpSpPr>
        <p:grpSpPr>
          <a:xfrm>
            <a:off x="491651" y="3429000"/>
            <a:ext cx="1207186" cy="1193426"/>
            <a:chOff x="870782" y="3531948"/>
            <a:chExt cx="1207186" cy="1193426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EF344A-3A06-8B48-62E5-EA76A2B7E419}"/>
                </a:ext>
              </a:extLst>
            </p:cNvPr>
            <p:cNvSpPr/>
            <p:nvPr/>
          </p:nvSpPr>
          <p:spPr>
            <a:xfrm>
              <a:off x="937604" y="3803978"/>
              <a:ext cx="1104607" cy="9213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75F302E0-070C-6DC2-0C5D-5D74C5F81D8A}"/>
                </a:ext>
              </a:extLst>
            </p:cNvPr>
            <p:cNvCxnSpPr/>
            <p:nvPr/>
          </p:nvCxnSpPr>
          <p:spPr>
            <a:xfrm>
              <a:off x="937604" y="401052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2490EC-2C9F-6DE6-7C34-4507A4F77BA1}"/>
                </a:ext>
              </a:extLst>
            </p:cNvPr>
            <p:cNvSpPr txBox="1"/>
            <p:nvPr/>
          </p:nvSpPr>
          <p:spPr>
            <a:xfrm>
              <a:off x="922072" y="3778112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60C1E1-F2C8-006A-512A-D9D020860996}"/>
                </a:ext>
              </a:extLst>
            </p:cNvPr>
            <p:cNvSpPr txBox="1"/>
            <p:nvPr/>
          </p:nvSpPr>
          <p:spPr>
            <a:xfrm>
              <a:off x="922072" y="4017487"/>
              <a:ext cx="11046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고객</a:t>
              </a:r>
              <a:r>
                <a:rPr lang="en-US" altLang="ko-KR" sz="1000" dirty="0"/>
                <a:t>_ID (FK)</a:t>
              </a:r>
            </a:p>
            <a:p>
              <a:r>
                <a:rPr lang="ko-KR" altLang="en-US" sz="1000" dirty="0"/>
                <a:t>주문일</a:t>
              </a:r>
              <a:endParaRPr lang="en-US" altLang="ko-KR" sz="1000" dirty="0"/>
            </a:p>
            <a:p>
              <a:r>
                <a:rPr lang="ko-KR" altLang="en-US" sz="1000" dirty="0"/>
                <a:t>납기일</a:t>
              </a:r>
              <a:endParaRPr lang="en-US" altLang="ko-KR" sz="1000" dirty="0"/>
            </a:p>
            <a:p>
              <a:r>
                <a:rPr lang="ko-KR" altLang="en-US" sz="1000" dirty="0"/>
                <a:t>배송완료율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DE2CDFE-A89A-6E7C-8525-57024BB12A21}"/>
                </a:ext>
              </a:extLst>
            </p:cNvPr>
            <p:cNvSpPr txBox="1"/>
            <p:nvPr/>
          </p:nvSpPr>
          <p:spPr>
            <a:xfrm>
              <a:off x="870782" y="3531948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주문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97C5342-F58A-D35E-C7ED-1A7321E07CDD}"/>
              </a:ext>
            </a:extLst>
          </p:cNvPr>
          <p:cNvGrpSpPr/>
          <p:nvPr/>
        </p:nvGrpSpPr>
        <p:grpSpPr>
          <a:xfrm>
            <a:off x="2315995" y="3506474"/>
            <a:ext cx="1389151" cy="1390032"/>
            <a:chOff x="5415084" y="230236"/>
            <a:chExt cx="1262575" cy="1280624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2903E50-C34F-25BB-0916-3005A89F49BA}"/>
                </a:ext>
              </a:extLst>
            </p:cNvPr>
            <p:cNvGrpSpPr/>
            <p:nvPr/>
          </p:nvGrpSpPr>
          <p:grpSpPr>
            <a:xfrm>
              <a:off x="5450840" y="463515"/>
              <a:ext cx="1226819" cy="1047345"/>
              <a:chOff x="500380" y="1440662"/>
              <a:chExt cx="1226819" cy="1047345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A7AB1F89-A387-DDE5-2C91-E05B1E4695C8}"/>
                  </a:ext>
                </a:extLst>
              </p:cNvPr>
              <p:cNvSpPr/>
              <p:nvPr/>
            </p:nvSpPr>
            <p:spPr>
              <a:xfrm>
                <a:off x="515913" y="1453345"/>
                <a:ext cx="1104607" cy="100028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BD68FC69-4796-EF6B-38AE-3FCF0B485DAB}"/>
                  </a:ext>
                </a:extLst>
              </p:cNvPr>
              <p:cNvCxnSpPr/>
              <p:nvPr/>
            </p:nvCxnSpPr>
            <p:spPr>
              <a:xfrm>
                <a:off x="515913" y="1766570"/>
                <a:ext cx="1104607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025696-4BBB-6793-2055-9B184FBA917A}"/>
                  </a:ext>
                </a:extLst>
              </p:cNvPr>
              <p:cNvSpPr txBox="1"/>
              <p:nvPr/>
            </p:nvSpPr>
            <p:spPr>
              <a:xfrm>
                <a:off x="500380" y="1440662"/>
                <a:ext cx="12268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품목</a:t>
                </a:r>
                <a:r>
                  <a:rPr lang="en-US" altLang="ko-KR" sz="1000" dirty="0"/>
                  <a:t>_ID (FK)</a:t>
                </a:r>
              </a:p>
              <a:p>
                <a:r>
                  <a:rPr lang="ko-KR" altLang="en-US" sz="1000" dirty="0"/>
                  <a:t>주문</a:t>
                </a:r>
                <a:r>
                  <a:rPr lang="en-US" altLang="ko-KR" sz="1000" dirty="0"/>
                  <a:t>_ID (FK)</a:t>
                </a:r>
                <a:endParaRPr lang="ko-KR" altLang="en-US" sz="10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0F1E8D4-B74F-8024-C2ED-11F1BD800D93}"/>
                  </a:ext>
                </a:extLst>
              </p:cNvPr>
              <p:cNvSpPr txBox="1"/>
              <p:nvPr/>
            </p:nvSpPr>
            <p:spPr>
              <a:xfrm>
                <a:off x="500381" y="1780121"/>
                <a:ext cx="110460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/>
                  <a:t>품목 이름</a:t>
                </a:r>
                <a:endParaRPr lang="en-US" altLang="ko-KR" sz="1000" dirty="0"/>
              </a:p>
              <a:p>
                <a:r>
                  <a:rPr lang="ko-KR" altLang="en-US" sz="1000" dirty="0"/>
                  <a:t>수량</a:t>
                </a:r>
                <a:endParaRPr lang="en-US" altLang="ko-KR" sz="1000" dirty="0"/>
              </a:p>
              <a:p>
                <a:r>
                  <a:rPr lang="ko-KR" altLang="en-US" sz="1000" dirty="0"/>
                  <a:t>단가</a:t>
                </a:r>
                <a:endParaRPr lang="en-US" altLang="ko-KR" sz="1000" dirty="0"/>
              </a:p>
              <a:p>
                <a:r>
                  <a:rPr lang="ko-KR" altLang="en-US" sz="1000" dirty="0"/>
                  <a:t>상태</a:t>
                </a:r>
                <a:endParaRPr lang="en-US" altLang="ko-KR" sz="1000" dirty="0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AB31390-0B1D-EEE5-114E-CE6B5AE0E439}"/>
                </a:ext>
              </a:extLst>
            </p:cNvPr>
            <p:cNvSpPr txBox="1"/>
            <p:nvPr/>
          </p:nvSpPr>
          <p:spPr>
            <a:xfrm>
              <a:off x="5415084" y="230236"/>
              <a:ext cx="12071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주문 품목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4816BD0-6235-97E6-B6C0-1437F68A8381}"/>
              </a:ext>
            </a:extLst>
          </p:cNvPr>
          <p:cNvGrpSpPr/>
          <p:nvPr/>
        </p:nvGrpSpPr>
        <p:grpSpPr>
          <a:xfrm>
            <a:off x="1777733" y="1861151"/>
            <a:ext cx="1207186" cy="885706"/>
            <a:chOff x="1777733" y="1861151"/>
            <a:chExt cx="1207186" cy="88570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CB162D4-CC8F-DB25-45CA-FB9F71773FDD}"/>
                </a:ext>
              </a:extLst>
            </p:cNvPr>
            <p:cNvSpPr/>
            <p:nvPr/>
          </p:nvSpPr>
          <p:spPr>
            <a:xfrm>
              <a:off x="1829023" y="2133237"/>
              <a:ext cx="1104607" cy="471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4DD92132-8236-9735-31DC-1DEDDDE8AC41}"/>
                </a:ext>
              </a:extLst>
            </p:cNvPr>
            <p:cNvCxnSpPr>
              <a:cxnSpLocks/>
            </p:cNvCxnSpPr>
            <p:nvPr/>
          </p:nvCxnSpPr>
          <p:spPr>
            <a:xfrm>
              <a:off x="1829023" y="23397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1BD201F-425B-4008-B4FF-3CB58D640569}"/>
                </a:ext>
              </a:extLst>
            </p:cNvPr>
            <p:cNvSpPr txBox="1"/>
            <p:nvPr/>
          </p:nvSpPr>
          <p:spPr>
            <a:xfrm>
              <a:off x="1813491" y="2107372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0C8A076-A29B-9C5B-F764-2A163D556B9F}"/>
                </a:ext>
              </a:extLst>
            </p:cNvPr>
            <p:cNvSpPr txBox="1"/>
            <p:nvPr/>
          </p:nvSpPr>
          <p:spPr>
            <a:xfrm>
              <a:off x="1813491" y="2346747"/>
              <a:ext cx="11046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사업자 번호</a:t>
              </a:r>
              <a:endParaRPr lang="en-US" altLang="ko-KR" sz="1000" dirty="0"/>
            </a:p>
            <a:p>
              <a:endParaRPr lang="ko-KR" altLang="en-US" sz="10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70787BE-3339-58B6-1010-C17784AB9043}"/>
                </a:ext>
              </a:extLst>
            </p:cNvPr>
            <p:cNvSpPr txBox="1"/>
            <p:nvPr/>
          </p:nvSpPr>
          <p:spPr>
            <a:xfrm>
              <a:off x="1777733" y="1861151"/>
              <a:ext cx="12071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사업자 고객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FD340D90-8674-DB6D-F4A9-344E8577454C}"/>
              </a:ext>
            </a:extLst>
          </p:cNvPr>
          <p:cNvGrpSpPr/>
          <p:nvPr/>
        </p:nvGrpSpPr>
        <p:grpSpPr>
          <a:xfrm>
            <a:off x="3103789" y="1851214"/>
            <a:ext cx="1207186" cy="743581"/>
            <a:chOff x="3103789" y="1851214"/>
            <a:chExt cx="1207186" cy="743581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6539E1C-CE1F-CE31-341E-2445659E0138}"/>
                </a:ext>
              </a:extLst>
            </p:cNvPr>
            <p:cNvSpPr/>
            <p:nvPr/>
          </p:nvSpPr>
          <p:spPr>
            <a:xfrm>
              <a:off x="3155079" y="2123300"/>
              <a:ext cx="1104607" cy="471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B3AF2A9-BCE5-DCC8-F150-3A229F6855BA}"/>
                </a:ext>
              </a:extLst>
            </p:cNvPr>
            <p:cNvCxnSpPr>
              <a:cxnSpLocks/>
            </p:cNvCxnSpPr>
            <p:nvPr/>
          </p:nvCxnSpPr>
          <p:spPr>
            <a:xfrm>
              <a:off x="3155079" y="2329845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9576E6C-C418-03CA-03DD-A5558281EC06}"/>
                </a:ext>
              </a:extLst>
            </p:cNvPr>
            <p:cNvSpPr txBox="1"/>
            <p:nvPr/>
          </p:nvSpPr>
          <p:spPr>
            <a:xfrm>
              <a:off x="3139547" y="2097435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A46EC12-82AC-634B-F77A-D179E1F864C3}"/>
                </a:ext>
              </a:extLst>
            </p:cNvPr>
            <p:cNvSpPr txBox="1"/>
            <p:nvPr/>
          </p:nvSpPr>
          <p:spPr>
            <a:xfrm>
              <a:off x="3139547" y="2336810"/>
              <a:ext cx="1104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기관명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6A35D5E-0BA6-A7E5-1D19-36F277A77E81}"/>
                </a:ext>
              </a:extLst>
            </p:cNvPr>
            <p:cNvSpPr txBox="1"/>
            <p:nvPr/>
          </p:nvSpPr>
          <p:spPr>
            <a:xfrm>
              <a:off x="3103789" y="1851214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단체고객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4F01E30-5E0E-CB04-68D8-EDB38CBF80D4}"/>
              </a:ext>
            </a:extLst>
          </p:cNvPr>
          <p:cNvGrpSpPr/>
          <p:nvPr/>
        </p:nvGrpSpPr>
        <p:grpSpPr>
          <a:xfrm>
            <a:off x="4099458" y="3598035"/>
            <a:ext cx="1207186" cy="1202408"/>
            <a:chOff x="5967386" y="1964367"/>
            <a:chExt cx="1207186" cy="1202408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357C0B2-6502-F7E2-DEB5-52F0F918D872}"/>
                </a:ext>
              </a:extLst>
            </p:cNvPr>
            <p:cNvSpPr/>
            <p:nvPr/>
          </p:nvSpPr>
          <p:spPr>
            <a:xfrm>
              <a:off x="6034208" y="2222361"/>
              <a:ext cx="1104607" cy="9444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B223F637-48A4-55EB-1CFB-7E5A0BA3F724}"/>
                </a:ext>
              </a:extLst>
            </p:cNvPr>
            <p:cNvCxnSpPr/>
            <p:nvPr/>
          </p:nvCxnSpPr>
          <p:spPr>
            <a:xfrm>
              <a:off x="6034208" y="2428905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22538E5-6B58-349D-8CB4-5F6C40EA9C1C}"/>
                </a:ext>
              </a:extLst>
            </p:cNvPr>
            <p:cNvSpPr txBox="1"/>
            <p:nvPr/>
          </p:nvSpPr>
          <p:spPr>
            <a:xfrm>
              <a:off x="6018676" y="2196495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49484AA-46C1-31AB-2405-9948487DE4BC}"/>
                </a:ext>
              </a:extLst>
            </p:cNvPr>
            <p:cNvSpPr txBox="1"/>
            <p:nvPr/>
          </p:nvSpPr>
          <p:spPr>
            <a:xfrm>
              <a:off x="6018676" y="2435870"/>
              <a:ext cx="11046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주문</a:t>
              </a:r>
              <a:r>
                <a:rPr lang="en-US" altLang="ko-KR" sz="1000" dirty="0"/>
                <a:t>_ID (FK)</a:t>
              </a:r>
            </a:p>
            <a:p>
              <a:r>
                <a:rPr lang="ko-KR" altLang="en-US" sz="1000" dirty="0"/>
                <a:t>품목</a:t>
              </a:r>
              <a:r>
                <a:rPr lang="en-US" altLang="ko-KR" sz="1000" dirty="0"/>
                <a:t>_ID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(FK)</a:t>
              </a:r>
            </a:p>
            <a:p>
              <a:r>
                <a:rPr lang="ko-KR" altLang="en-US" sz="1000" dirty="0"/>
                <a:t>고객</a:t>
              </a:r>
              <a:r>
                <a:rPr lang="en-US" altLang="ko-KR" sz="1000" dirty="0"/>
                <a:t>_ID (FK)</a:t>
              </a:r>
            </a:p>
            <a:p>
              <a:r>
                <a:rPr lang="ko-KR" altLang="en-US" sz="1000" dirty="0"/>
                <a:t>내용</a:t>
              </a:r>
              <a:endParaRPr lang="en-US" altLang="ko-KR" sz="10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CC088D5-87F2-74ED-BE92-114FC43025E2}"/>
                </a:ext>
              </a:extLst>
            </p:cNvPr>
            <p:cNvSpPr txBox="1"/>
            <p:nvPr/>
          </p:nvSpPr>
          <p:spPr>
            <a:xfrm>
              <a:off x="5967386" y="1964367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리뷰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90DB7070-C4BE-64D4-2C4E-35A659B81006}"/>
              </a:ext>
            </a:extLst>
          </p:cNvPr>
          <p:cNvGrpSpPr/>
          <p:nvPr/>
        </p:nvGrpSpPr>
        <p:grpSpPr>
          <a:xfrm>
            <a:off x="7932316" y="1676608"/>
            <a:ext cx="1207186" cy="880682"/>
            <a:chOff x="5286955" y="1916894"/>
            <a:chExt cx="1207186" cy="880682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E7AE2C7-DF84-255B-E696-F005094951D7}"/>
                </a:ext>
              </a:extLst>
            </p:cNvPr>
            <p:cNvSpPr/>
            <p:nvPr/>
          </p:nvSpPr>
          <p:spPr>
            <a:xfrm>
              <a:off x="5338245" y="2183956"/>
              <a:ext cx="1104607" cy="6136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6F3A8A9F-B7E8-FD0F-1C80-B3B73018C37A}"/>
                </a:ext>
              </a:extLst>
            </p:cNvPr>
            <p:cNvCxnSpPr/>
            <p:nvPr/>
          </p:nvCxnSpPr>
          <p:spPr>
            <a:xfrm>
              <a:off x="5338245" y="2390501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48A9DAE-177A-D59C-3146-5BB2574FD0A2}"/>
                </a:ext>
              </a:extLst>
            </p:cNvPr>
            <p:cNvSpPr txBox="1"/>
            <p:nvPr/>
          </p:nvSpPr>
          <p:spPr>
            <a:xfrm>
              <a:off x="5322713" y="2158091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992CA05-4BC4-F8EE-07A1-45D776FD2EEB}"/>
                </a:ext>
              </a:extLst>
            </p:cNvPr>
            <p:cNvSpPr txBox="1"/>
            <p:nvPr/>
          </p:nvSpPr>
          <p:spPr>
            <a:xfrm>
              <a:off x="5322713" y="2397466"/>
              <a:ext cx="11046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카드 회사</a:t>
              </a:r>
              <a:endParaRPr lang="en-US" altLang="ko-KR" sz="1000" dirty="0"/>
            </a:p>
            <a:p>
              <a:r>
                <a:rPr lang="ko-KR" altLang="en-US" sz="1000" dirty="0"/>
                <a:t>할부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EFFD4EE-B265-6708-E616-0791C4D48464}"/>
                </a:ext>
              </a:extLst>
            </p:cNvPr>
            <p:cNvSpPr txBox="1"/>
            <p:nvPr/>
          </p:nvSpPr>
          <p:spPr>
            <a:xfrm>
              <a:off x="5286955" y="1916894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신용카드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6EC9D3D4-B385-D9EF-1420-F4BC03790892}"/>
              </a:ext>
            </a:extLst>
          </p:cNvPr>
          <p:cNvGrpSpPr/>
          <p:nvPr/>
        </p:nvGrpSpPr>
        <p:grpSpPr>
          <a:xfrm>
            <a:off x="9945077" y="1560225"/>
            <a:ext cx="1207186" cy="1034570"/>
            <a:chOff x="6715590" y="1906957"/>
            <a:chExt cx="1207186" cy="1034570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2AD7728-9681-E6CC-ADA7-1C4924718E87}"/>
                </a:ext>
              </a:extLst>
            </p:cNvPr>
            <p:cNvSpPr/>
            <p:nvPr/>
          </p:nvSpPr>
          <p:spPr>
            <a:xfrm>
              <a:off x="6766880" y="2174018"/>
              <a:ext cx="1104607" cy="7645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852F91F1-C1D0-2FFD-D9D7-A965E9E5E243}"/>
                </a:ext>
              </a:extLst>
            </p:cNvPr>
            <p:cNvCxnSpPr/>
            <p:nvPr/>
          </p:nvCxnSpPr>
          <p:spPr>
            <a:xfrm>
              <a:off x="6766880" y="2380564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877BE4C-38EA-9524-9736-BB55C600BA80}"/>
                </a:ext>
              </a:extLst>
            </p:cNvPr>
            <p:cNvSpPr txBox="1"/>
            <p:nvPr/>
          </p:nvSpPr>
          <p:spPr>
            <a:xfrm>
              <a:off x="6751348" y="2148154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40FDDEC-1E39-F874-46F2-4D6C0E8BDF87}"/>
                </a:ext>
              </a:extLst>
            </p:cNvPr>
            <p:cNvSpPr txBox="1"/>
            <p:nvPr/>
          </p:nvSpPr>
          <p:spPr>
            <a:xfrm>
              <a:off x="6751348" y="2387529"/>
              <a:ext cx="110460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은행명</a:t>
              </a:r>
              <a:endParaRPr lang="en-US" altLang="ko-KR" sz="1000" dirty="0"/>
            </a:p>
            <a:p>
              <a:r>
                <a:rPr lang="ko-KR" altLang="en-US" sz="1000" dirty="0"/>
                <a:t>계좌번호</a:t>
              </a:r>
              <a:endParaRPr lang="en-US" altLang="ko-KR" sz="1000" dirty="0"/>
            </a:p>
            <a:p>
              <a:r>
                <a:rPr lang="ko-KR" altLang="en-US" sz="1000" dirty="0"/>
                <a:t>입금자명</a:t>
              </a:r>
              <a:endParaRPr lang="en-US" altLang="ko-KR" sz="10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7A932D5-FEB1-2881-F3A9-5D0ABBCD60EB}"/>
                </a:ext>
              </a:extLst>
            </p:cNvPr>
            <p:cNvSpPr txBox="1"/>
            <p:nvPr/>
          </p:nvSpPr>
          <p:spPr>
            <a:xfrm>
              <a:off x="6715590" y="1906957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계좌이체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5D5C9AF-6E9A-5E6D-07B5-BE0DAED14F29}"/>
              </a:ext>
            </a:extLst>
          </p:cNvPr>
          <p:cNvGrpSpPr/>
          <p:nvPr/>
        </p:nvGrpSpPr>
        <p:grpSpPr>
          <a:xfrm>
            <a:off x="6512251" y="2931269"/>
            <a:ext cx="1207186" cy="1034570"/>
            <a:chOff x="5286955" y="1916894"/>
            <a:chExt cx="1207186" cy="1034570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ADFDA458-36C5-B5ED-0DF5-64D594BBB725}"/>
                </a:ext>
              </a:extLst>
            </p:cNvPr>
            <p:cNvSpPr/>
            <p:nvPr/>
          </p:nvSpPr>
          <p:spPr>
            <a:xfrm>
              <a:off x="5338245" y="2183956"/>
              <a:ext cx="1104607" cy="7645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66CFDD2B-E02B-CEDA-1BED-4DB4E53709C6}"/>
                </a:ext>
              </a:extLst>
            </p:cNvPr>
            <p:cNvCxnSpPr/>
            <p:nvPr/>
          </p:nvCxnSpPr>
          <p:spPr>
            <a:xfrm>
              <a:off x="5338245" y="2390501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C56761B-9754-CF84-CBBD-D894D85B34EE}"/>
                </a:ext>
              </a:extLst>
            </p:cNvPr>
            <p:cNvSpPr txBox="1"/>
            <p:nvPr/>
          </p:nvSpPr>
          <p:spPr>
            <a:xfrm>
              <a:off x="5322713" y="2158091"/>
              <a:ext cx="518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ID</a:t>
              </a:r>
              <a:endParaRPr lang="ko-KR" altLang="en-US" sz="12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D7A8913-C48E-72C2-210C-9619E94D6A3A}"/>
                </a:ext>
              </a:extLst>
            </p:cNvPr>
            <p:cNvSpPr txBox="1"/>
            <p:nvPr/>
          </p:nvSpPr>
          <p:spPr>
            <a:xfrm>
              <a:off x="5322713" y="2397466"/>
              <a:ext cx="110460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고객</a:t>
              </a:r>
              <a:r>
                <a:rPr lang="en-US" altLang="ko-KR" sz="1000" dirty="0"/>
                <a:t>_ID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(FK)</a:t>
              </a:r>
            </a:p>
            <a:p>
              <a:r>
                <a:rPr lang="ko-KR" altLang="en-US" sz="1000" dirty="0"/>
                <a:t>주소</a:t>
              </a:r>
              <a:endParaRPr lang="en-US" altLang="ko-KR" sz="1000" dirty="0"/>
            </a:p>
            <a:p>
              <a:r>
                <a:rPr lang="ko-KR" altLang="en-US" sz="1000" dirty="0"/>
                <a:t>상세주소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CD5055B-B3B1-C70A-C520-F7AB732B8E36}"/>
                </a:ext>
              </a:extLst>
            </p:cNvPr>
            <p:cNvSpPr txBox="1"/>
            <p:nvPr/>
          </p:nvSpPr>
          <p:spPr>
            <a:xfrm>
              <a:off x="5286955" y="1916894"/>
              <a:ext cx="1207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배송지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261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0265DB3-D95B-15D3-44D0-03CDB9B4E481}"/>
              </a:ext>
            </a:extLst>
          </p:cNvPr>
          <p:cNvCxnSpPr/>
          <p:nvPr/>
        </p:nvCxnSpPr>
        <p:spPr>
          <a:xfrm rot="16200000">
            <a:off x="7691576" y="2244436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5A81BDFE-CC86-E59D-C353-DA10AB36AB82}"/>
              </a:ext>
            </a:extLst>
          </p:cNvPr>
          <p:cNvSpPr/>
          <p:nvPr/>
        </p:nvSpPr>
        <p:spPr>
          <a:xfrm rot="16200000">
            <a:off x="7621280" y="2336275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53F13FF-F8C3-8838-F5BA-C86AA7C27A6B}"/>
              </a:ext>
            </a:extLst>
          </p:cNvPr>
          <p:cNvCxnSpPr/>
          <p:nvPr/>
        </p:nvCxnSpPr>
        <p:spPr>
          <a:xfrm rot="16200000">
            <a:off x="7648160" y="2290354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03C8203-AF83-EAC9-E71E-2D0FE398EA1D}"/>
              </a:ext>
            </a:extLst>
          </p:cNvPr>
          <p:cNvCxnSpPr/>
          <p:nvPr/>
        </p:nvCxnSpPr>
        <p:spPr>
          <a:xfrm rot="16200000" flipV="1">
            <a:off x="7605502" y="2244436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9B49F2D-CA10-3B4D-7573-50D8593D4570}"/>
              </a:ext>
            </a:extLst>
          </p:cNvPr>
          <p:cNvCxnSpPr/>
          <p:nvPr/>
        </p:nvCxnSpPr>
        <p:spPr>
          <a:xfrm rot="16200000">
            <a:off x="7692452" y="224731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BF7C541F-A534-DE96-DF57-D7739E6AB287}"/>
              </a:ext>
            </a:extLst>
          </p:cNvPr>
          <p:cNvSpPr/>
          <p:nvPr/>
        </p:nvSpPr>
        <p:spPr>
          <a:xfrm rot="5400000">
            <a:off x="7463185" y="656043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E6F3493-988E-8A6A-7F12-085CD72B2915}"/>
              </a:ext>
            </a:extLst>
          </p:cNvPr>
          <p:cNvCxnSpPr/>
          <p:nvPr/>
        </p:nvCxnSpPr>
        <p:spPr>
          <a:xfrm rot="10800000">
            <a:off x="7614392" y="643616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676B5F1-B82E-A260-837E-807241889AAC}"/>
              </a:ext>
            </a:extLst>
          </p:cNvPr>
          <p:cNvCxnSpPr/>
          <p:nvPr/>
        </p:nvCxnSpPr>
        <p:spPr>
          <a:xfrm flipV="1">
            <a:off x="8158544" y="3315204"/>
            <a:ext cx="2030002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8D84BC-AD82-2030-84D3-8BFE0AE907A6}"/>
              </a:ext>
            </a:extLst>
          </p:cNvPr>
          <p:cNvCxnSpPr/>
          <p:nvPr/>
        </p:nvCxnSpPr>
        <p:spPr>
          <a:xfrm>
            <a:off x="9119647" y="2989468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순서도: 지연 13">
            <a:extLst>
              <a:ext uri="{FF2B5EF4-FFF2-40B4-BE49-F238E27FC236}">
                <a16:creationId xmlns:a16="http://schemas.microsoft.com/office/drawing/2014/main" id="{82A33FF1-C690-C467-B617-A844BBCBD7EB}"/>
              </a:ext>
            </a:extLst>
          </p:cNvPr>
          <p:cNvSpPr/>
          <p:nvPr/>
        </p:nvSpPr>
        <p:spPr>
          <a:xfrm rot="16200000">
            <a:off x="8995071" y="3141567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9F90838-7936-53C8-6321-1EEC63560107}"/>
              </a:ext>
            </a:extLst>
          </p:cNvPr>
          <p:cNvCxnSpPr/>
          <p:nvPr/>
        </p:nvCxnSpPr>
        <p:spPr>
          <a:xfrm flipH="1">
            <a:off x="8982962" y="3248077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C9EBA8F-0CFD-C90D-2095-1DC0850AFB9A}"/>
              </a:ext>
            </a:extLst>
          </p:cNvPr>
          <p:cNvCxnSpPr/>
          <p:nvPr/>
        </p:nvCxnSpPr>
        <p:spPr>
          <a:xfrm>
            <a:off x="8987693" y="3248077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528F21A-B686-7EE9-D05D-48A9CCD06DCD}"/>
              </a:ext>
            </a:extLst>
          </p:cNvPr>
          <p:cNvCxnSpPr/>
          <p:nvPr/>
        </p:nvCxnSpPr>
        <p:spPr>
          <a:xfrm flipH="1">
            <a:off x="8152126" y="3314710"/>
            <a:ext cx="1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0BF676B-5344-5C48-BF72-69015E6AC66B}"/>
              </a:ext>
            </a:extLst>
          </p:cNvPr>
          <p:cNvCxnSpPr/>
          <p:nvPr/>
        </p:nvCxnSpPr>
        <p:spPr>
          <a:xfrm>
            <a:off x="10188546" y="3315204"/>
            <a:ext cx="0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E8F74F28-2D8D-7539-B53C-AEE9498BFF4C}"/>
              </a:ext>
            </a:extLst>
          </p:cNvPr>
          <p:cNvSpPr/>
          <p:nvPr/>
        </p:nvSpPr>
        <p:spPr>
          <a:xfrm rot="16200000">
            <a:off x="5368691" y="2308019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CC75091-CFBC-FDB0-1901-4013553A114B}"/>
              </a:ext>
            </a:extLst>
          </p:cNvPr>
          <p:cNvCxnSpPr/>
          <p:nvPr/>
        </p:nvCxnSpPr>
        <p:spPr>
          <a:xfrm rot="16200000">
            <a:off x="7088569" y="2989472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BFCEB735-6141-95DA-5275-4FBE013B2129}"/>
              </a:ext>
            </a:extLst>
          </p:cNvPr>
          <p:cNvSpPr/>
          <p:nvPr/>
        </p:nvSpPr>
        <p:spPr>
          <a:xfrm rot="16200000">
            <a:off x="7018273" y="3081311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DEF5B6F-49D5-460A-AC96-AD7F471BB59E}"/>
              </a:ext>
            </a:extLst>
          </p:cNvPr>
          <p:cNvCxnSpPr/>
          <p:nvPr/>
        </p:nvCxnSpPr>
        <p:spPr>
          <a:xfrm rot="16200000">
            <a:off x="7045153" y="3035390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D7CE578-1519-7CAA-EA5C-872DE059DECA}"/>
              </a:ext>
            </a:extLst>
          </p:cNvPr>
          <p:cNvCxnSpPr/>
          <p:nvPr/>
        </p:nvCxnSpPr>
        <p:spPr>
          <a:xfrm rot="16200000" flipV="1">
            <a:off x="7002495" y="2989472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C6DB9FE-3119-0AA0-ABB7-7E4FD5213F73}"/>
              </a:ext>
            </a:extLst>
          </p:cNvPr>
          <p:cNvCxnSpPr/>
          <p:nvPr/>
        </p:nvCxnSpPr>
        <p:spPr>
          <a:xfrm rot="16200000">
            <a:off x="7089445" y="2992354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8B49FF02-9DAC-E51F-021E-C1C04E515047}"/>
              </a:ext>
            </a:extLst>
          </p:cNvPr>
          <p:cNvSpPr/>
          <p:nvPr/>
        </p:nvSpPr>
        <p:spPr>
          <a:xfrm rot="5400000">
            <a:off x="9049350" y="4491372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D5C5E4-9052-385F-013A-B25EC4577680}"/>
              </a:ext>
            </a:extLst>
          </p:cNvPr>
          <p:cNvCxnSpPr>
            <a:cxnSpLocks/>
          </p:cNvCxnSpPr>
          <p:nvPr/>
        </p:nvCxnSpPr>
        <p:spPr>
          <a:xfrm rot="5400000">
            <a:off x="9124537" y="454877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E86D1DF-1555-38D6-1DFF-3D0D3C3DA9AC}"/>
              </a:ext>
            </a:extLst>
          </p:cNvPr>
          <p:cNvCxnSpPr>
            <a:cxnSpLocks/>
          </p:cNvCxnSpPr>
          <p:nvPr/>
        </p:nvCxnSpPr>
        <p:spPr>
          <a:xfrm rot="5400000" flipV="1">
            <a:off x="9119649" y="4637734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B832B9A-7FD6-2F23-8AE4-BCF021B2704A}"/>
              </a:ext>
            </a:extLst>
          </p:cNvPr>
          <p:cNvCxnSpPr>
            <a:cxnSpLocks/>
          </p:cNvCxnSpPr>
          <p:nvPr/>
        </p:nvCxnSpPr>
        <p:spPr>
          <a:xfrm rot="5400000">
            <a:off x="9076990" y="4683654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C9C94D7-D4AD-84EA-73B0-4BEACD767217}"/>
              </a:ext>
            </a:extLst>
          </p:cNvPr>
          <p:cNvCxnSpPr>
            <a:cxnSpLocks/>
          </p:cNvCxnSpPr>
          <p:nvPr/>
        </p:nvCxnSpPr>
        <p:spPr>
          <a:xfrm rot="5400000">
            <a:off x="9033575" y="4637734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A94DF9E-CA7E-A1C9-F434-3AF734569D2C}"/>
              </a:ext>
            </a:extLst>
          </p:cNvPr>
          <p:cNvCxnSpPr/>
          <p:nvPr/>
        </p:nvCxnSpPr>
        <p:spPr>
          <a:xfrm rot="5400000">
            <a:off x="9329408" y="5200126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6045433B-8072-D197-C4BD-CFB350D8F3F9}"/>
              </a:ext>
            </a:extLst>
          </p:cNvPr>
          <p:cNvSpPr/>
          <p:nvPr/>
        </p:nvSpPr>
        <p:spPr>
          <a:xfrm rot="5400000">
            <a:off x="9248671" y="5295863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92F3B98-CFDA-5A5A-CD92-14A2C29FAC9E}"/>
              </a:ext>
            </a:extLst>
          </p:cNvPr>
          <p:cNvCxnSpPr/>
          <p:nvPr/>
        </p:nvCxnSpPr>
        <p:spPr>
          <a:xfrm flipV="1">
            <a:off x="4270907" y="4730021"/>
            <a:ext cx="2030002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47B4409-0D25-369D-9D50-77D89FD63A5E}"/>
              </a:ext>
            </a:extLst>
          </p:cNvPr>
          <p:cNvCxnSpPr/>
          <p:nvPr/>
        </p:nvCxnSpPr>
        <p:spPr>
          <a:xfrm>
            <a:off x="5232010" y="4404285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순서도: 지연 33">
            <a:extLst>
              <a:ext uri="{FF2B5EF4-FFF2-40B4-BE49-F238E27FC236}">
                <a16:creationId xmlns:a16="http://schemas.microsoft.com/office/drawing/2014/main" id="{962BB554-11E0-0680-9302-AA9DE83CEC17}"/>
              </a:ext>
            </a:extLst>
          </p:cNvPr>
          <p:cNvSpPr/>
          <p:nvPr/>
        </p:nvSpPr>
        <p:spPr>
          <a:xfrm rot="16200000">
            <a:off x="5107434" y="4556384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65CE57D-9508-4E8B-EECC-DD8D082C2D8D}"/>
              </a:ext>
            </a:extLst>
          </p:cNvPr>
          <p:cNvCxnSpPr/>
          <p:nvPr/>
        </p:nvCxnSpPr>
        <p:spPr>
          <a:xfrm flipH="1">
            <a:off x="5095325" y="4662894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E60BCB5-45C9-D309-0A18-E4BCE4EAF9DB}"/>
              </a:ext>
            </a:extLst>
          </p:cNvPr>
          <p:cNvCxnSpPr/>
          <p:nvPr/>
        </p:nvCxnSpPr>
        <p:spPr>
          <a:xfrm>
            <a:off x="5100056" y="4662894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B44B9E8-A3EE-07B9-EC34-E4BA67365FD6}"/>
              </a:ext>
            </a:extLst>
          </p:cNvPr>
          <p:cNvCxnSpPr/>
          <p:nvPr/>
        </p:nvCxnSpPr>
        <p:spPr>
          <a:xfrm flipH="1">
            <a:off x="4264489" y="4729527"/>
            <a:ext cx="1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0CB31D8-3EAA-BC18-91D5-3EADDC1CE4E0}"/>
              </a:ext>
            </a:extLst>
          </p:cNvPr>
          <p:cNvCxnSpPr/>
          <p:nvPr/>
        </p:nvCxnSpPr>
        <p:spPr>
          <a:xfrm>
            <a:off x="6300909" y="4730021"/>
            <a:ext cx="0" cy="3322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6C38125-24B5-6BFF-EFB9-D1C903EF1122}"/>
              </a:ext>
            </a:extLst>
          </p:cNvPr>
          <p:cNvCxnSpPr/>
          <p:nvPr/>
        </p:nvCxnSpPr>
        <p:spPr>
          <a:xfrm flipV="1">
            <a:off x="7618348" y="643616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54B524FF-227E-DD2B-042E-4973445A5B16}"/>
              </a:ext>
            </a:extLst>
          </p:cNvPr>
          <p:cNvCxnSpPr>
            <a:cxnSpLocks/>
          </p:cNvCxnSpPr>
          <p:nvPr/>
        </p:nvCxnSpPr>
        <p:spPr>
          <a:xfrm>
            <a:off x="7624952" y="729690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CF32AE2-C9ED-0F8F-9999-1BD2DC84E78A}"/>
              </a:ext>
            </a:extLst>
          </p:cNvPr>
          <p:cNvCxnSpPr>
            <a:cxnSpLocks/>
          </p:cNvCxnSpPr>
          <p:nvPr/>
        </p:nvCxnSpPr>
        <p:spPr>
          <a:xfrm flipV="1">
            <a:off x="5507370" y="2296091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F1CD7C3-D31D-17DB-872C-D34519C6E0C0}"/>
              </a:ext>
            </a:extLst>
          </p:cNvPr>
          <p:cNvCxnSpPr>
            <a:cxnSpLocks/>
          </p:cNvCxnSpPr>
          <p:nvPr/>
        </p:nvCxnSpPr>
        <p:spPr>
          <a:xfrm flipV="1">
            <a:off x="5516039" y="2304466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117FC59-E27F-AF03-725A-41BEE586EDE4}"/>
              </a:ext>
            </a:extLst>
          </p:cNvPr>
          <p:cNvCxnSpPr>
            <a:cxnSpLocks/>
          </p:cNvCxnSpPr>
          <p:nvPr/>
        </p:nvCxnSpPr>
        <p:spPr>
          <a:xfrm>
            <a:off x="5516039" y="2387429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A3FE839F-73C5-DACF-5D3A-11999D64BA65}"/>
              </a:ext>
            </a:extLst>
          </p:cNvPr>
          <p:cNvSpPr/>
          <p:nvPr/>
        </p:nvSpPr>
        <p:spPr>
          <a:xfrm rot="16200000">
            <a:off x="5439756" y="2854765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852D6A4-0755-C5AC-88BC-298D37EAF996}"/>
              </a:ext>
            </a:extLst>
          </p:cNvPr>
          <p:cNvCxnSpPr/>
          <p:nvPr/>
        </p:nvCxnSpPr>
        <p:spPr>
          <a:xfrm rot="16200000">
            <a:off x="5375107" y="3129795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C8DECFB6-9863-4DC1-CFEE-29CFEDF09419}"/>
              </a:ext>
            </a:extLst>
          </p:cNvPr>
          <p:cNvCxnSpPr>
            <a:cxnSpLocks/>
          </p:cNvCxnSpPr>
          <p:nvPr/>
        </p:nvCxnSpPr>
        <p:spPr>
          <a:xfrm>
            <a:off x="5513784" y="3381344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AA30A1CA-AE9E-5228-3C28-DE7DEC69A600}"/>
              </a:ext>
            </a:extLst>
          </p:cNvPr>
          <p:cNvCxnSpPr>
            <a:cxnSpLocks/>
          </p:cNvCxnSpPr>
          <p:nvPr/>
        </p:nvCxnSpPr>
        <p:spPr>
          <a:xfrm flipV="1">
            <a:off x="5336899" y="3327210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F504836-CA30-63A8-1252-9D950D9007FE}"/>
              </a:ext>
            </a:extLst>
          </p:cNvPr>
          <p:cNvCxnSpPr>
            <a:cxnSpLocks/>
          </p:cNvCxnSpPr>
          <p:nvPr/>
        </p:nvCxnSpPr>
        <p:spPr>
          <a:xfrm flipV="1">
            <a:off x="5519157" y="1806947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0014DE2-AA8B-84E0-CE81-2AECFF961BB9}"/>
              </a:ext>
            </a:extLst>
          </p:cNvPr>
          <p:cNvCxnSpPr>
            <a:cxnSpLocks/>
          </p:cNvCxnSpPr>
          <p:nvPr/>
        </p:nvCxnSpPr>
        <p:spPr>
          <a:xfrm flipV="1">
            <a:off x="6099759" y="2609285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2C10684-B070-EAB2-2DC5-01F0770B1168}"/>
              </a:ext>
            </a:extLst>
          </p:cNvPr>
          <p:cNvCxnSpPr>
            <a:cxnSpLocks/>
          </p:cNvCxnSpPr>
          <p:nvPr/>
        </p:nvCxnSpPr>
        <p:spPr>
          <a:xfrm>
            <a:off x="6104669" y="2538483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595309-1FAD-DAEF-B726-5EE1E072C170}"/>
              </a:ext>
            </a:extLst>
          </p:cNvPr>
          <p:cNvCxnSpPr>
            <a:cxnSpLocks/>
          </p:cNvCxnSpPr>
          <p:nvPr/>
        </p:nvCxnSpPr>
        <p:spPr>
          <a:xfrm flipV="1">
            <a:off x="5446155" y="1905867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EDCF1BD-4631-DC1F-C1FC-E524FFABFD8C}"/>
              </a:ext>
            </a:extLst>
          </p:cNvPr>
          <p:cNvCxnSpPr>
            <a:cxnSpLocks/>
          </p:cNvCxnSpPr>
          <p:nvPr/>
        </p:nvCxnSpPr>
        <p:spPr>
          <a:xfrm>
            <a:off x="5451065" y="1835065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DFC4E427-7855-B913-8A28-B68A4A1028FA}"/>
              </a:ext>
            </a:extLst>
          </p:cNvPr>
          <p:cNvSpPr/>
          <p:nvPr/>
        </p:nvSpPr>
        <p:spPr>
          <a:xfrm rot="16200000">
            <a:off x="5528576" y="1837561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DD8F061-150C-8C67-96F2-4EED7BE5F758}"/>
              </a:ext>
            </a:extLst>
          </p:cNvPr>
          <p:cNvCxnSpPr>
            <a:cxnSpLocks/>
          </p:cNvCxnSpPr>
          <p:nvPr/>
        </p:nvCxnSpPr>
        <p:spPr>
          <a:xfrm rot="16200000">
            <a:off x="2529751" y="2884591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순서도: 지연 67">
            <a:extLst>
              <a:ext uri="{FF2B5EF4-FFF2-40B4-BE49-F238E27FC236}">
                <a16:creationId xmlns:a16="http://schemas.microsoft.com/office/drawing/2014/main" id="{55406EB6-3869-A562-D888-D54BC115E78B}"/>
              </a:ext>
            </a:extLst>
          </p:cNvPr>
          <p:cNvSpPr/>
          <p:nvPr/>
        </p:nvSpPr>
        <p:spPr>
          <a:xfrm rot="10800000">
            <a:off x="2405175" y="3036690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FB963AD-686E-E524-EEC4-6BFBC60F6C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9754" y="3109669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91F6F98-6F95-D5FD-7FCE-7778D9FA8965}"/>
              </a:ext>
            </a:extLst>
          </p:cNvPr>
          <p:cNvCxnSpPr>
            <a:cxnSpLocks/>
          </p:cNvCxnSpPr>
          <p:nvPr/>
        </p:nvCxnSpPr>
        <p:spPr>
          <a:xfrm rot="16200000">
            <a:off x="2468585" y="3101907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6C9BEE30-2B83-AF7B-BEFD-45D1ECD4563F}"/>
              </a:ext>
            </a:extLst>
          </p:cNvPr>
          <p:cNvCxnSpPr>
            <a:cxnSpLocks/>
          </p:cNvCxnSpPr>
          <p:nvPr/>
        </p:nvCxnSpPr>
        <p:spPr>
          <a:xfrm rot="16200000">
            <a:off x="2745380" y="1363833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순서도: 지연 74">
            <a:extLst>
              <a:ext uri="{FF2B5EF4-FFF2-40B4-BE49-F238E27FC236}">
                <a16:creationId xmlns:a16="http://schemas.microsoft.com/office/drawing/2014/main" id="{9C91B608-2F9A-440F-58EF-B8A4FCB5FA67}"/>
              </a:ext>
            </a:extLst>
          </p:cNvPr>
          <p:cNvSpPr/>
          <p:nvPr/>
        </p:nvSpPr>
        <p:spPr>
          <a:xfrm rot="10800000">
            <a:off x="2620804" y="1515932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D586D49-178A-DDA5-3DF2-EE4EF6C021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85383" y="1588911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9E2583B-6B8A-E380-F21D-D4B8FD69D418}"/>
              </a:ext>
            </a:extLst>
          </p:cNvPr>
          <p:cNvCxnSpPr>
            <a:cxnSpLocks/>
          </p:cNvCxnSpPr>
          <p:nvPr/>
        </p:nvCxnSpPr>
        <p:spPr>
          <a:xfrm rot="16200000">
            <a:off x="2684214" y="1581149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9B632B7-4AF9-CB54-5564-ED961590C36B}"/>
              </a:ext>
            </a:extLst>
          </p:cNvPr>
          <p:cNvCxnSpPr/>
          <p:nvPr/>
        </p:nvCxnSpPr>
        <p:spPr>
          <a:xfrm>
            <a:off x="2795119" y="4376388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순서도: 지연 81">
            <a:extLst>
              <a:ext uri="{FF2B5EF4-FFF2-40B4-BE49-F238E27FC236}">
                <a16:creationId xmlns:a16="http://schemas.microsoft.com/office/drawing/2014/main" id="{2D35011A-528F-4013-3E6E-1C7D1907F912}"/>
              </a:ext>
            </a:extLst>
          </p:cNvPr>
          <p:cNvSpPr/>
          <p:nvPr/>
        </p:nvSpPr>
        <p:spPr>
          <a:xfrm rot="5400000">
            <a:off x="2670542" y="4556385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C4EF0919-EEED-D89B-EBD1-AFD086B2B587}"/>
              </a:ext>
            </a:extLst>
          </p:cNvPr>
          <p:cNvCxnSpPr>
            <a:cxnSpLocks/>
          </p:cNvCxnSpPr>
          <p:nvPr/>
        </p:nvCxnSpPr>
        <p:spPr>
          <a:xfrm rot="10800000" flipH="1">
            <a:off x="2661204" y="4566355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3C44507-8A7D-8BB7-E1FE-F1B1B588F09C}"/>
              </a:ext>
            </a:extLst>
          </p:cNvPr>
          <p:cNvCxnSpPr>
            <a:cxnSpLocks/>
          </p:cNvCxnSpPr>
          <p:nvPr/>
        </p:nvCxnSpPr>
        <p:spPr>
          <a:xfrm rot="10800000">
            <a:off x="2663164" y="4571897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978B103-B5E0-D4AC-799F-61DAEFE2412F}"/>
              </a:ext>
            </a:extLst>
          </p:cNvPr>
          <p:cNvCxnSpPr>
            <a:cxnSpLocks/>
          </p:cNvCxnSpPr>
          <p:nvPr/>
        </p:nvCxnSpPr>
        <p:spPr>
          <a:xfrm flipV="1">
            <a:off x="6503377" y="2173118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03338E8-6B03-64BF-5551-69796DFDF81D}"/>
              </a:ext>
            </a:extLst>
          </p:cNvPr>
          <p:cNvCxnSpPr>
            <a:cxnSpLocks/>
          </p:cNvCxnSpPr>
          <p:nvPr/>
        </p:nvCxnSpPr>
        <p:spPr>
          <a:xfrm flipV="1">
            <a:off x="6430375" y="2272038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E429C24-4F54-9D6D-B5BA-E7688394A2AC}"/>
              </a:ext>
            </a:extLst>
          </p:cNvPr>
          <p:cNvCxnSpPr>
            <a:cxnSpLocks/>
          </p:cNvCxnSpPr>
          <p:nvPr/>
        </p:nvCxnSpPr>
        <p:spPr>
          <a:xfrm>
            <a:off x="6435285" y="2201236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3601D7A1-EEE2-60B4-0DB9-42D0CBF58483}"/>
              </a:ext>
            </a:extLst>
          </p:cNvPr>
          <p:cNvSpPr/>
          <p:nvPr/>
        </p:nvSpPr>
        <p:spPr>
          <a:xfrm rot="16200000">
            <a:off x="6512796" y="2203732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74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3242E48-D3D8-C6F1-03C3-F33D0B299C17}"/>
              </a:ext>
            </a:extLst>
          </p:cNvPr>
          <p:cNvGrpSpPr/>
          <p:nvPr/>
        </p:nvGrpSpPr>
        <p:grpSpPr>
          <a:xfrm>
            <a:off x="3220889" y="0"/>
            <a:ext cx="8246728" cy="6399026"/>
            <a:chOff x="1680173" y="188376"/>
            <a:chExt cx="8246728" cy="639902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3BA1815-4CAD-B51A-B7B7-AD5ABF3F4BF0}"/>
                </a:ext>
              </a:extLst>
            </p:cNvPr>
            <p:cNvSpPr/>
            <p:nvPr/>
          </p:nvSpPr>
          <p:spPr>
            <a:xfrm>
              <a:off x="4465747" y="1420772"/>
              <a:ext cx="790956" cy="4655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20E69F0-04B4-EF73-6620-8DE0621B21FD}"/>
                </a:ext>
              </a:extLst>
            </p:cNvPr>
            <p:cNvSpPr/>
            <p:nvPr/>
          </p:nvSpPr>
          <p:spPr>
            <a:xfrm>
              <a:off x="3964055" y="2663703"/>
              <a:ext cx="790956" cy="4655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B5621C7-520A-ABD8-0E64-A535A50A1CE6}"/>
                </a:ext>
              </a:extLst>
            </p:cNvPr>
            <p:cNvSpPr/>
            <p:nvPr/>
          </p:nvSpPr>
          <p:spPr>
            <a:xfrm>
              <a:off x="4980999" y="2663703"/>
              <a:ext cx="790956" cy="4655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4785F95-A530-6BB1-D3E2-A32A2606FCB6}"/>
                </a:ext>
              </a:extLst>
            </p:cNvPr>
            <p:cNvSpPr/>
            <p:nvPr/>
          </p:nvSpPr>
          <p:spPr>
            <a:xfrm>
              <a:off x="1930166" y="2663703"/>
              <a:ext cx="790956" cy="4655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23FF97-6B9E-66E1-5724-C5A3E6FCE0A9}"/>
                </a:ext>
              </a:extLst>
            </p:cNvPr>
            <p:cNvSpPr/>
            <p:nvPr/>
          </p:nvSpPr>
          <p:spPr>
            <a:xfrm>
              <a:off x="2947110" y="2663703"/>
              <a:ext cx="790956" cy="4655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18D8C86-C65D-5CA2-A566-9A3005253EE3}"/>
                </a:ext>
              </a:extLst>
            </p:cNvPr>
            <p:cNvSpPr/>
            <p:nvPr/>
          </p:nvSpPr>
          <p:spPr>
            <a:xfrm>
              <a:off x="5997943" y="2663703"/>
              <a:ext cx="790956" cy="465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CD77F11-9E42-9A16-5B2D-D8F0115BC93F}"/>
                </a:ext>
              </a:extLst>
            </p:cNvPr>
            <p:cNvSpPr/>
            <p:nvPr/>
          </p:nvSpPr>
          <p:spPr>
            <a:xfrm>
              <a:off x="7014887" y="2663703"/>
              <a:ext cx="790956" cy="465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76C67DC-3CFE-3E6A-D59C-6967694BF757}"/>
                </a:ext>
              </a:extLst>
            </p:cNvPr>
            <p:cNvSpPr/>
            <p:nvPr/>
          </p:nvSpPr>
          <p:spPr>
            <a:xfrm>
              <a:off x="8031832" y="2663703"/>
              <a:ext cx="790956" cy="465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CBC58E5-E005-D22F-15D3-045D7576895C}"/>
                </a:ext>
              </a:extLst>
            </p:cNvPr>
            <p:cNvSpPr/>
            <p:nvPr/>
          </p:nvSpPr>
          <p:spPr>
            <a:xfrm>
              <a:off x="7014886" y="3766523"/>
              <a:ext cx="790956" cy="465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E7DBB61-B5D4-40CD-CE53-F8ECCEF7220C}"/>
                </a:ext>
              </a:extLst>
            </p:cNvPr>
            <p:cNvSpPr/>
            <p:nvPr/>
          </p:nvSpPr>
          <p:spPr>
            <a:xfrm>
              <a:off x="7014886" y="4869342"/>
              <a:ext cx="790956" cy="465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687A819-BCB3-9A50-78BB-B0DCD87BD854}"/>
                </a:ext>
              </a:extLst>
            </p:cNvPr>
            <p:cNvSpPr/>
            <p:nvPr/>
          </p:nvSpPr>
          <p:spPr>
            <a:xfrm>
              <a:off x="7014886" y="1420772"/>
              <a:ext cx="790956" cy="4655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6022C9D-6895-9AAC-39DB-619A9F410546}"/>
                </a:ext>
              </a:extLst>
            </p:cNvPr>
            <p:cNvSpPr/>
            <p:nvPr/>
          </p:nvSpPr>
          <p:spPr>
            <a:xfrm>
              <a:off x="5997943" y="541681"/>
              <a:ext cx="790956" cy="4655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DE1F2C6-3B6A-F34A-A14C-45596EBD6F77}"/>
                </a:ext>
              </a:extLst>
            </p:cNvPr>
            <p:cNvSpPr/>
            <p:nvPr/>
          </p:nvSpPr>
          <p:spPr>
            <a:xfrm>
              <a:off x="8031832" y="541681"/>
              <a:ext cx="790956" cy="4655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E4B6C-0038-1D0A-F5D3-A15E8F3C1165}"/>
                </a:ext>
              </a:extLst>
            </p:cNvPr>
            <p:cNvSpPr/>
            <p:nvPr/>
          </p:nvSpPr>
          <p:spPr>
            <a:xfrm>
              <a:off x="9048776" y="3766523"/>
              <a:ext cx="790956" cy="465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55372EE-D233-955B-DF75-5A1382393E8F}"/>
                </a:ext>
              </a:extLst>
            </p:cNvPr>
            <p:cNvGrpSpPr/>
            <p:nvPr/>
          </p:nvGrpSpPr>
          <p:grpSpPr>
            <a:xfrm rot="10800000">
              <a:off x="7805843" y="3909330"/>
              <a:ext cx="1242934" cy="179918"/>
              <a:chOff x="7756782" y="4369985"/>
              <a:chExt cx="1654345" cy="239471"/>
            </a:xfrm>
          </p:grpSpPr>
          <p:cxnSp>
            <p:nvCxnSpPr>
              <p:cNvPr id="242" name="직선 연결선 241">
                <a:extLst>
                  <a:ext uri="{FF2B5EF4-FFF2-40B4-BE49-F238E27FC236}">
                    <a16:creationId xmlns:a16="http://schemas.microsoft.com/office/drawing/2014/main" id="{029B987F-DB6A-86B1-3DC8-F09B51FC1035}"/>
                  </a:ext>
                </a:extLst>
              </p:cNvPr>
              <p:cNvCxnSpPr/>
              <p:nvPr/>
            </p:nvCxnSpPr>
            <p:spPr>
              <a:xfrm rot="10800000" flipH="1">
                <a:off x="7756782" y="4494892"/>
                <a:ext cx="1654344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43" name="그룹 242">
                <a:extLst>
                  <a:ext uri="{FF2B5EF4-FFF2-40B4-BE49-F238E27FC236}">
                    <a16:creationId xmlns:a16="http://schemas.microsoft.com/office/drawing/2014/main" id="{A80E07F5-A643-CE1E-1E51-772351C3B887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247" name="직선 연결선 246">
                  <a:extLst>
                    <a:ext uri="{FF2B5EF4-FFF2-40B4-BE49-F238E27FC236}">
                      <a16:creationId xmlns:a16="http://schemas.microsoft.com/office/drawing/2014/main" id="{12BA30A7-508D-3EFB-DCB6-B11EB1F1CDE0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직선 연결선 247">
                  <a:extLst>
                    <a:ext uri="{FF2B5EF4-FFF2-40B4-BE49-F238E27FC236}">
                      <a16:creationId xmlns:a16="http://schemas.microsoft.com/office/drawing/2014/main" id="{CD772CC8-8AA5-915C-E66E-637771AB9FE9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직선 연결선 248">
                  <a:extLst>
                    <a:ext uri="{FF2B5EF4-FFF2-40B4-BE49-F238E27FC236}">
                      <a16:creationId xmlns:a16="http://schemas.microsoft.com/office/drawing/2014/main" id="{E8AD3F94-C1AE-FA8A-DE17-39305D77E071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B7D5E35F-C7DB-F307-65DB-54CB968A393A}"/>
                  </a:ext>
                </a:extLst>
              </p:cNvPr>
              <p:cNvCxnSpPr/>
              <p:nvPr/>
            </p:nvCxnSpPr>
            <p:spPr>
              <a:xfrm>
                <a:off x="7898675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5" name="직선 연결선 244">
                <a:extLst>
                  <a:ext uri="{FF2B5EF4-FFF2-40B4-BE49-F238E27FC236}">
                    <a16:creationId xmlns:a16="http://schemas.microsoft.com/office/drawing/2014/main" id="{BDF4C2AD-7B24-A9FE-667E-DF6ED885BB97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6" name="타원 245">
                <a:extLst>
                  <a:ext uri="{FF2B5EF4-FFF2-40B4-BE49-F238E27FC236}">
                    <a16:creationId xmlns:a16="http://schemas.microsoft.com/office/drawing/2014/main" id="{5796F266-9D70-4665-C59D-FCA7FD8619A3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0456DDBB-AEFC-E1CA-D1DC-C26B35F8CB72}"/>
                </a:ext>
              </a:extLst>
            </p:cNvPr>
            <p:cNvGrpSpPr/>
            <p:nvPr/>
          </p:nvGrpSpPr>
          <p:grpSpPr>
            <a:xfrm rot="5400000">
              <a:off x="7091722" y="4460741"/>
              <a:ext cx="637287" cy="179918"/>
              <a:chOff x="8562897" y="4369985"/>
              <a:chExt cx="848230" cy="239471"/>
            </a:xfrm>
          </p:grpSpPr>
          <p:cxnSp>
            <p:nvCxnSpPr>
              <p:cNvPr id="234" name="직선 연결선 233">
                <a:extLst>
                  <a:ext uri="{FF2B5EF4-FFF2-40B4-BE49-F238E27FC236}">
                    <a16:creationId xmlns:a16="http://schemas.microsoft.com/office/drawing/2014/main" id="{50E643BD-1D89-18C0-600D-F768BA37CE82}"/>
                  </a:ext>
                </a:extLst>
              </p:cNvPr>
              <p:cNvCxnSpPr/>
              <p:nvPr/>
            </p:nvCxnSpPr>
            <p:spPr>
              <a:xfrm rot="16200000">
                <a:off x="8987011" y="4065607"/>
                <a:ext cx="0" cy="848227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1F4E6DBA-FE2A-1725-4A1D-3374C9200BC2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239" name="직선 연결선 238">
                  <a:extLst>
                    <a:ext uri="{FF2B5EF4-FFF2-40B4-BE49-F238E27FC236}">
                      <a16:creationId xmlns:a16="http://schemas.microsoft.com/office/drawing/2014/main" id="{C0CAA1D8-6E39-38F4-6F85-90045D836048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직선 연결선 239">
                  <a:extLst>
                    <a:ext uri="{FF2B5EF4-FFF2-40B4-BE49-F238E27FC236}">
                      <a16:creationId xmlns:a16="http://schemas.microsoft.com/office/drawing/2014/main" id="{9E431D94-5C7D-F79F-FB51-51DA86CEC9BE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직선 연결선 240">
                  <a:extLst>
                    <a:ext uri="{FF2B5EF4-FFF2-40B4-BE49-F238E27FC236}">
                      <a16:creationId xmlns:a16="http://schemas.microsoft.com/office/drawing/2014/main" id="{F1C51458-3158-57F8-B93F-27546C971291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6" name="직선 연결선 235">
                <a:extLst>
                  <a:ext uri="{FF2B5EF4-FFF2-40B4-BE49-F238E27FC236}">
                    <a16:creationId xmlns:a16="http://schemas.microsoft.com/office/drawing/2014/main" id="{E50FFDAE-F522-EE98-A71E-43D5F5828A87}"/>
                  </a:ext>
                </a:extLst>
              </p:cNvPr>
              <p:cNvCxnSpPr/>
              <p:nvPr/>
            </p:nvCxnSpPr>
            <p:spPr>
              <a:xfrm>
                <a:off x="8704889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7" name="직선 연결선 236">
                <a:extLst>
                  <a:ext uri="{FF2B5EF4-FFF2-40B4-BE49-F238E27FC236}">
                    <a16:creationId xmlns:a16="http://schemas.microsoft.com/office/drawing/2014/main" id="{F30030CD-D608-60BA-EFEB-CED91C1DC4DA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8" name="타원 237">
                <a:extLst>
                  <a:ext uri="{FF2B5EF4-FFF2-40B4-BE49-F238E27FC236}">
                    <a16:creationId xmlns:a16="http://schemas.microsoft.com/office/drawing/2014/main" id="{5E7D6BB5-AFDB-376F-AFD7-81A4A7EA5CDA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3CBC0BD-FFD6-DB5D-C382-DEDBF3983F5C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6393421" y="3129238"/>
              <a:ext cx="1" cy="33220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67FA994E-82E0-F1FD-BA54-3172ABCC399B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7406479" y="3129238"/>
              <a:ext cx="3886" cy="63728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CE51249-9A77-E638-9C14-2C8BF7BC143C}"/>
                </a:ext>
              </a:extLst>
            </p:cNvPr>
            <p:cNvCxnSpPr/>
            <p:nvPr/>
          </p:nvCxnSpPr>
          <p:spPr>
            <a:xfrm>
              <a:off x="8423423" y="3129238"/>
              <a:ext cx="0" cy="33220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F5640B7-1F65-3DEE-40AE-CA933D3333B5}"/>
                </a:ext>
              </a:extLst>
            </p:cNvPr>
            <p:cNvCxnSpPr/>
            <p:nvPr/>
          </p:nvCxnSpPr>
          <p:spPr>
            <a:xfrm flipV="1">
              <a:off x="6393421" y="3454974"/>
              <a:ext cx="2030002" cy="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54ED974E-34A4-2D3A-8BDC-180B05BF8B62}"/>
                </a:ext>
              </a:extLst>
            </p:cNvPr>
            <p:cNvGrpSpPr/>
            <p:nvPr/>
          </p:nvGrpSpPr>
          <p:grpSpPr>
            <a:xfrm>
              <a:off x="7269794" y="3282298"/>
              <a:ext cx="273366" cy="266712"/>
              <a:chOff x="9572828" y="3343638"/>
              <a:chExt cx="363851" cy="354994"/>
            </a:xfrm>
          </p:grpSpPr>
          <p:sp>
            <p:nvSpPr>
              <p:cNvPr id="231" name="순서도: 지연 230">
                <a:extLst>
                  <a:ext uri="{FF2B5EF4-FFF2-40B4-BE49-F238E27FC236}">
                    <a16:creationId xmlns:a16="http://schemas.microsoft.com/office/drawing/2014/main" id="{4EAE6DD0-8A7D-D68B-DBEE-AE3084EBF0F8}"/>
                  </a:ext>
                </a:extLst>
              </p:cNvPr>
              <p:cNvSpPr/>
              <p:nvPr/>
            </p:nvSpPr>
            <p:spPr>
              <a:xfrm rot="16200000">
                <a:off x="9580405" y="3342358"/>
                <a:ext cx="354994" cy="357554"/>
              </a:xfrm>
              <a:prstGeom prst="flowChartDelay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232" name="직선 연결선 231">
                <a:extLst>
                  <a:ext uri="{FF2B5EF4-FFF2-40B4-BE49-F238E27FC236}">
                    <a16:creationId xmlns:a16="http://schemas.microsoft.com/office/drawing/2014/main" id="{4F8A606C-9A70-73E4-8700-6F3A2A9D5BFF}"/>
                  </a:ext>
                </a:extLst>
              </p:cNvPr>
              <p:cNvCxnSpPr/>
              <p:nvPr/>
            </p:nvCxnSpPr>
            <p:spPr>
              <a:xfrm>
                <a:off x="9579125" y="3484124"/>
                <a:ext cx="357554" cy="177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3" name="직선 연결선 232">
                <a:extLst>
                  <a:ext uri="{FF2B5EF4-FFF2-40B4-BE49-F238E27FC236}">
                    <a16:creationId xmlns:a16="http://schemas.microsoft.com/office/drawing/2014/main" id="{B407E05E-0361-771C-1D2C-5E07FDC74BF2}"/>
                  </a:ext>
                </a:extLst>
              </p:cNvPr>
              <p:cNvCxnSpPr/>
              <p:nvPr/>
            </p:nvCxnSpPr>
            <p:spPr>
              <a:xfrm flipH="1">
                <a:off x="9572828" y="3484124"/>
                <a:ext cx="363851" cy="17737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5322E43-BE56-0E01-0B48-EF095AF114ED}"/>
                </a:ext>
              </a:extLst>
            </p:cNvPr>
            <p:cNvGrpSpPr/>
            <p:nvPr/>
          </p:nvGrpSpPr>
          <p:grpSpPr>
            <a:xfrm rot="16200000">
              <a:off x="7595767" y="1744911"/>
              <a:ext cx="1656489" cy="181096"/>
              <a:chOff x="7206341" y="4369985"/>
              <a:chExt cx="2204787" cy="241039"/>
            </a:xfrm>
          </p:grpSpPr>
          <p:cxnSp>
            <p:nvCxnSpPr>
              <p:cNvPr id="223" name="직선 연결선 222">
                <a:extLst>
                  <a:ext uri="{FF2B5EF4-FFF2-40B4-BE49-F238E27FC236}">
                    <a16:creationId xmlns:a16="http://schemas.microsoft.com/office/drawing/2014/main" id="{C9441CD5-81F6-D335-5CC9-D3A5F0592247}"/>
                  </a:ext>
                </a:extLst>
              </p:cNvPr>
              <p:cNvCxnSpPr>
                <a:stCxn id="13" idx="0"/>
                <a:endCxn id="18" idx="2"/>
              </p:cNvCxnSpPr>
              <p:nvPr/>
            </p:nvCxnSpPr>
            <p:spPr>
              <a:xfrm rot="5400000" flipV="1">
                <a:off x="8308735" y="3392502"/>
                <a:ext cx="0" cy="2204787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67B4F3E9-BF8E-7297-AF5C-CC78BEBAC5CB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228" name="직선 연결선 227">
                  <a:extLst>
                    <a:ext uri="{FF2B5EF4-FFF2-40B4-BE49-F238E27FC236}">
                      <a16:creationId xmlns:a16="http://schemas.microsoft.com/office/drawing/2014/main" id="{E8B1371D-26B9-D3E2-9BBA-674AD029A275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직선 연결선 228">
                  <a:extLst>
                    <a:ext uri="{FF2B5EF4-FFF2-40B4-BE49-F238E27FC236}">
                      <a16:creationId xmlns:a16="http://schemas.microsoft.com/office/drawing/2014/main" id="{AA25FF97-BEFA-451D-ABEC-B67F665D59FF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C948A7FC-B15F-7D3D-ABBB-AE462152541A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5" name="직선 연결선 224">
                <a:extLst>
                  <a:ext uri="{FF2B5EF4-FFF2-40B4-BE49-F238E27FC236}">
                    <a16:creationId xmlns:a16="http://schemas.microsoft.com/office/drawing/2014/main" id="{624E8DD9-6CC8-D3A0-EB8B-FF6A14E2318C}"/>
                  </a:ext>
                </a:extLst>
              </p:cNvPr>
              <p:cNvCxnSpPr/>
              <p:nvPr/>
            </p:nvCxnSpPr>
            <p:spPr>
              <a:xfrm>
                <a:off x="7331503" y="4374223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>
                <a:extLst>
                  <a:ext uri="{FF2B5EF4-FFF2-40B4-BE49-F238E27FC236}">
                    <a16:creationId xmlns:a16="http://schemas.microsoft.com/office/drawing/2014/main" id="{68EE0AB9-0923-C2BF-5BFF-A2232DD7CF93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7" name="타원 226">
                <a:extLst>
                  <a:ext uri="{FF2B5EF4-FFF2-40B4-BE49-F238E27FC236}">
                    <a16:creationId xmlns:a16="http://schemas.microsoft.com/office/drawing/2014/main" id="{E73E05B4-7EB5-64FF-6A38-1447DD61DC48}"/>
                  </a:ext>
                </a:extLst>
              </p:cNvPr>
              <p:cNvSpPr/>
              <p:nvPr/>
            </p:nvSpPr>
            <p:spPr>
              <a:xfrm>
                <a:off x="9094080" y="4401336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A9CF04F-36A0-CCEA-640E-BF2FE1B649C5}"/>
                </a:ext>
              </a:extLst>
            </p:cNvPr>
            <p:cNvGrpSpPr/>
            <p:nvPr/>
          </p:nvGrpSpPr>
          <p:grpSpPr>
            <a:xfrm rot="10800000">
              <a:off x="6788899" y="684488"/>
              <a:ext cx="1242933" cy="179918"/>
              <a:chOff x="7756785" y="4369985"/>
              <a:chExt cx="1654343" cy="239471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1CCD20EE-62C1-F907-EA50-B1627444059B}"/>
                  </a:ext>
                </a:extLst>
              </p:cNvPr>
              <p:cNvCxnSpPr>
                <a:stCxn id="18" idx="1"/>
                <a:endCxn id="17" idx="3"/>
              </p:cNvCxnSpPr>
              <p:nvPr/>
            </p:nvCxnSpPr>
            <p:spPr>
              <a:xfrm rot="10800000" flipH="1">
                <a:off x="7756785" y="4489720"/>
                <a:ext cx="1654343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85FC8489-B480-F2EA-30F1-A4E2598E09BB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220" name="직선 연결선 219">
                  <a:extLst>
                    <a:ext uri="{FF2B5EF4-FFF2-40B4-BE49-F238E27FC236}">
                      <a16:creationId xmlns:a16="http://schemas.microsoft.com/office/drawing/2014/main" id="{F19E95F5-676B-910D-4282-2DFA604930A2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직선 연결선 220">
                  <a:extLst>
                    <a:ext uri="{FF2B5EF4-FFF2-40B4-BE49-F238E27FC236}">
                      <a16:creationId xmlns:a16="http://schemas.microsoft.com/office/drawing/2014/main" id="{27DF07B9-A093-5B40-8462-134B167A6CAE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직선 연결선 221">
                  <a:extLst>
                    <a:ext uri="{FF2B5EF4-FFF2-40B4-BE49-F238E27FC236}">
                      <a16:creationId xmlns:a16="http://schemas.microsoft.com/office/drawing/2014/main" id="{256889D8-7BC4-2ACA-3210-D43D28FA13B2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68839736-3975-9246-314F-EBE12C4CE208}"/>
                  </a:ext>
                </a:extLst>
              </p:cNvPr>
              <p:cNvCxnSpPr/>
              <p:nvPr/>
            </p:nvCxnSpPr>
            <p:spPr>
              <a:xfrm>
                <a:off x="7881297" y="436998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94916E25-44CE-948B-767D-7D393F36FCD9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9" name="타원 218">
                <a:extLst>
                  <a:ext uri="{FF2B5EF4-FFF2-40B4-BE49-F238E27FC236}">
                    <a16:creationId xmlns:a16="http://schemas.microsoft.com/office/drawing/2014/main" id="{2E5CD4F2-58DE-8573-1D7F-3024188EA01F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E19D1C1-F265-80EB-F8B7-99CA8BAA7AEA}"/>
                </a:ext>
              </a:extLst>
            </p:cNvPr>
            <p:cNvGrpSpPr/>
            <p:nvPr/>
          </p:nvGrpSpPr>
          <p:grpSpPr>
            <a:xfrm rot="5400000">
              <a:off x="5067637" y="490465"/>
              <a:ext cx="637385" cy="1223227"/>
              <a:chOff x="8562771" y="2981340"/>
              <a:chExt cx="848360" cy="1628116"/>
            </a:xfrm>
          </p:grpSpPr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F8C9BE0C-474D-CCA4-B405-A74FDA4D661F}"/>
                  </a:ext>
                </a:extLst>
              </p:cNvPr>
              <p:cNvCxnSpPr>
                <a:endCxn id="6" idx="0"/>
              </p:cNvCxnSpPr>
              <p:nvPr/>
            </p:nvCxnSpPr>
            <p:spPr>
              <a:xfrm rot="16200000" flipH="1">
                <a:off x="9038146" y="4121327"/>
                <a:ext cx="3" cy="745967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06" name="그룹 205">
                <a:extLst>
                  <a:ext uri="{FF2B5EF4-FFF2-40B4-BE49-F238E27FC236}">
                    <a16:creationId xmlns:a16="http://schemas.microsoft.com/office/drawing/2014/main" id="{8160B056-1340-315D-5E8F-04963A69079A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212" name="직선 연결선 211">
                  <a:extLst>
                    <a:ext uri="{FF2B5EF4-FFF2-40B4-BE49-F238E27FC236}">
                      <a16:creationId xmlns:a16="http://schemas.microsoft.com/office/drawing/2014/main" id="{1157E01C-39AC-CA43-1B80-D7D0ED77BC93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직선 연결선 212">
                  <a:extLst>
                    <a:ext uri="{FF2B5EF4-FFF2-40B4-BE49-F238E27FC236}">
                      <a16:creationId xmlns:a16="http://schemas.microsoft.com/office/drawing/2014/main" id="{A767EEBA-A9F8-841A-5871-E21BE69A489C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직선 연결선 213">
                  <a:extLst>
                    <a:ext uri="{FF2B5EF4-FFF2-40B4-BE49-F238E27FC236}">
                      <a16:creationId xmlns:a16="http://schemas.microsoft.com/office/drawing/2014/main" id="{482975BE-77FC-FE4E-7E85-DE9E33791CBA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4C31C6C1-AD06-6B9B-30A8-7DD59526CA26}"/>
                  </a:ext>
                </a:extLst>
              </p:cNvPr>
              <p:cNvCxnSpPr/>
              <p:nvPr/>
            </p:nvCxnSpPr>
            <p:spPr>
              <a:xfrm rot="16200000" flipH="1" flipV="1">
                <a:off x="7923731" y="3732279"/>
                <a:ext cx="1507048" cy="517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8" name="직선 연결선 207">
                <a:extLst>
                  <a:ext uri="{FF2B5EF4-FFF2-40B4-BE49-F238E27FC236}">
                    <a16:creationId xmlns:a16="http://schemas.microsoft.com/office/drawing/2014/main" id="{9976EF15-160E-E236-3B3A-41E2252FFCDC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9" name="타원 208">
                <a:extLst>
                  <a:ext uri="{FF2B5EF4-FFF2-40B4-BE49-F238E27FC236}">
                    <a16:creationId xmlns:a16="http://schemas.microsoft.com/office/drawing/2014/main" id="{4D818228-C5E4-235F-C6F3-AAC70B4D3BA9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133FE4F5-D67D-9FE4-7EA8-4F19771F2225}"/>
                  </a:ext>
                </a:extLst>
              </p:cNvPr>
              <p:cNvCxnSpPr/>
              <p:nvPr/>
            </p:nvCxnSpPr>
            <p:spPr>
              <a:xfrm rot="5400000">
                <a:off x="8681172" y="2991673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1" name="타원 210">
                <a:extLst>
                  <a:ext uri="{FF2B5EF4-FFF2-40B4-BE49-F238E27FC236}">
                    <a16:creationId xmlns:a16="http://schemas.microsoft.com/office/drawing/2014/main" id="{D5A46B66-F9BE-55CD-B7E9-0EDAAD7DD25E}"/>
                  </a:ext>
                </a:extLst>
              </p:cNvPr>
              <p:cNvSpPr/>
              <p:nvPr/>
            </p:nvSpPr>
            <p:spPr>
              <a:xfrm>
                <a:off x="8579311" y="3116523"/>
                <a:ext cx="194807" cy="19480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3347DB9A-7634-4397-AD93-E3BDB1FBAF97}"/>
                </a:ext>
              </a:extLst>
            </p:cNvPr>
            <p:cNvCxnSpPr/>
            <p:nvPr/>
          </p:nvCxnSpPr>
          <p:spPr>
            <a:xfrm>
              <a:off x="4359532" y="2272563"/>
              <a:ext cx="1" cy="39114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226AE14-1695-F999-D55F-7AC861755DC9}"/>
                </a:ext>
              </a:extLst>
            </p:cNvPr>
            <p:cNvCxnSpPr/>
            <p:nvPr/>
          </p:nvCxnSpPr>
          <p:spPr>
            <a:xfrm>
              <a:off x="5373462" y="2272563"/>
              <a:ext cx="1" cy="39114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783FEA82-9D4F-C43B-74AA-0484B239E275}"/>
                </a:ext>
              </a:extLst>
            </p:cNvPr>
            <p:cNvCxnSpPr/>
            <p:nvPr/>
          </p:nvCxnSpPr>
          <p:spPr>
            <a:xfrm flipH="1">
              <a:off x="4860788" y="1886981"/>
              <a:ext cx="1" cy="3855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129ECD4-A0CB-D9A9-AC4E-F85577375388}"/>
                </a:ext>
              </a:extLst>
            </p:cNvPr>
            <p:cNvCxnSpPr/>
            <p:nvPr/>
          </p:nvCxnSpPr>
          <p:spPr>
            <a:xfrm flipV="1">
              <a:off x="4358461" y="2272564"/>
              <a:ext cx="1015001" cy="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582658B-4A29-B2E3-43EF-81CEA3C0BAE3}"/>
                </a:ext>
              </a:extLst>
            </p:cNvPr>
            <p:cNvGrpSpPr/>
            <p:nvPr/>
          </p:nvGrpSpPr>
          <p:grpSpPr>
            <a:xfrm>
              <a:off x="4724105" y="2098687"/>
              <a:ext cx="273366" cy="266712"/>
              <a:chOff x="9572828" y="3343638"/>
              <a:chExt cx="363851" cy="354994"/>
            </a:xfrm>
          </p:grpSpPr>
          <p:sp>
            <p:nvSpPr>
              <p:cNvPr id="202" name="순서도: 지연 201">
                <a:extLst>
                  <a:ext uri="{FF2B5EF4-FFF2-40B4-BE49-F238E27FC236}">
                    <a16:creationId xmlns:a16="http://schemas.microsoft.com/office/drawing/2014/main" id="{D28CC021-491F-3D88-088D-0BB9C7FE8423}"/>
                  </a:ext>
                </a:extLst>
              </p:cNvPr>
              <p:cNvSpPr/>
              <p:nvPr/>
            </p:nvSpPr>
            <p:spPr>
              <a:xfrm rot="16200000">
                <a:off x="9580405" y="3342358"/>
                <a:ext cx="354994" cy="357554"/>
              </a:xfrm>
              <a:prstGeom prst="flowChartDelay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203" name="직선 연결선 202">
                <a:extLst>
                  <a:ext uri="{FF2B5EF4-FFF2-40B4-BE49-F238E27FC236}">
                    <a16:creationId xmlns:a16="http://schemas.microsoft.com/office/drawing/2014/main" id="{EA8379F5-4584-38FE-B144-31E61F4B833F}"/>
                  </a:ext>
                </a:extLst>
              </p:cNvPr>
              <p:cNvCxnSpPr/>
              <p:nvPr/>
            </p:nvCxnSpPr>
            <p:spPr>
              <a:xfrm>
                <a:off x="9579125" y="3484124"/>
                <a:ext cx="357554" cy="17749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>
                <a:extLst>
                  <a:ext uri="{FF2B5EF4-FFF2-40B4-BE49-F238E27FC236}">
                    <a16:creationId xmlns:a16="http://schemas.microsoft.com/office/drawing/2014/main" id="{95644344-2E75-E304-20FB-2354C1DE5127}"/>
                  </a:ext>
                </a:extLst>
              </p:cNvPr>
              <p:cNvCxnSpPr/>
              <p:nvPr/>
            </p:nvCxnSpPr>
            <p:spPr>
              <a:xfrm flipH="1">
                <a:off x="9572828" y="3484124"/>
                <a:ext cx="363851" cy="17737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9AD83568-8FC6-CCB2-2FE4-FCDC1AD6EEC4}"/>
                </a:ext>
              </a:extLst>
            </p:cNvPr>
            <p:cNvGrpSpPr/>
            <p:nvPr/>
          </p:nvGrpSpPr>
          <p:grpSpPr>
            <a:xfrm rot="16200000">
              <a:off x="7017196" y="2182790"/>
              <a:ext cx="777397" cy="184433"/>
              <a:chOff x="8381612" y="4376008"/>
              <a:chExt cx="1034716" cy="245480"/>
            </a:xfrm>
          </p:grpSpPr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44486572-5D3B-96A0-70C3-FB6108AF400D}"/>
                  </a:ext>
                </a:extLst>
              </p:cNvPr>
              <p:cNvCxnSpPr>
                <a:stCxn id="12" idx="0"/>
                <a:endCxn id="16" idx="2"/>
              </p:cNvCxnSpPr>
              <p:nvPr/>
            </p:nvCxnSpPr>
            <p:spPr>
              <a:xfrm rot="5400000" flipH="1" flipV="1">
                <a:off x="8898969" y="3987342"/>
                <a:ext cx="2" cy="1034716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95" name="그룹 194">
                <a:extLst>
                  <a:ext uri="{FF2B5EF4-FFF2-40B4-BE49-F238E27FC236}">
                    <a16:creationId xmlns:a16="http://schemas.microsoft.com/office/drawing/2014/main" id="{32C6D45D-33FD-73BD-03A7-537839CF75C9}"/>
                  </a:ext>
                </a:extLst>
              </p:cNvPr>
              <p:cNvGrpSpPr/>
              <p:nvPr/>
            </p:nvGrpSpPr>
            <p:grpSpPr>
              <a:xfrm>
                <a:off x="9288888" y="4384687"/>
                <a:ext cx="122239" cy="236801"/>
                <a:chOff x="2297548" y="3794540"/>
                <a:chExt cx="122239" cy="236801"/>
              </a:xfrm>
            </p:grpSpPr>
            <p:cxnSp>
              <p:nvCxnSpPr>
                <p:cNvPr id="199" name="직선 연결선 198">
                  <a:extLst>
                    <a:ext uri="{FF2B5EF4-FFF2-40B4-BE49-F238E27FC236}">
                      <a16:creationId xmlns:a16="http://schemas.microsoft.com/office/drawing/2014/main" id="{42186A45-EBB6-C8B7-7085-B1E25E3210FE}"/>
                    </a:ext>
                  </a:extLst>
                </p:cNvPr>
                <p:cNvCxnSpPr/>
                <p:nvPr/>
              </p:nvCxnSpPr>
              <p:spPr>
                <a:xfrm flipV="1">
                  <a:off x="2297548" y="3794540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E1FB2C24-C978-9546-52C8-27352C0E9B87}"/>
                    </a:ext>
                  </a:extLst>
                </p:cNvPr>
                <p:cNvCxnSpPr/>
                <p:nvPr/>
              </p:nvCxnSpPr>
              <p:spPr>
                <a:xfrm>
                  <a:off x="2297548" y="3909104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7048C548-919B-B346-4CFC-707FFA5FBD61}"/>
                    </a:ext>
                  </a:extLst>
                </p:cNvPr>
                <p:cNvCxnSpPr/>
                <p:nvPr/>
              </p:nvCxnSpPr>
              <p:spPr>
                <a:xfrm>
                  <a:off x="2297548" y="3912438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972FBE2F-C238-9909-D14D-6E54448742D2}"/>
                  </a:ext>
                </a:extLst>
              </p:cNvPr>
              <p:cNvCxnSpPr/>
              <p:nvPr/>
            </p:nvCxnSpPr>
            <p:spPr>
              <a:xfrm>
                <a:off x="8508700" y="4376008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7" name="직선 연결선 196">
                <a:extLst>
                  <a:ext uri="{FF2B5EF4-FFF2-40B4-BE49-F238E27FC236}">
                    <a16:creationId xmlns:a16="http://schemas.microsoft.com/office/drawing/2014/main" id="{692AC71D-8F03-5190-E1D2-F172C01F2C8F}"/>
                  </a:ext>
                </a:extLst>
              </p:cNvPr>
              <p:cNvCxnSpPr/>
              <p:nvPr/>
            </p:nvCxnSpPr>
            <p:spPr>
              <a:xfrm>
                <a:off x="9288888" y="438201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8" name="타원 197">
                <a:extLst>
                  <a:ext uri="{FF2B5EF4-FFF2-40B4-BE49-F238E27FC236}">
                    <a16:creationId xmlns:a16="http://schemas.microsoft.com/office/drawing/2014/main" id="{55751F53-E2FF-FBFB-139C-267FE7D82404}"/>
                  </a:ext>
                </a:extLst>
              </p:cNvPr>
              <p:cNvSpPr/>
              <p:nvPr/>
            </p:nvSpPr>
            <p:spPr>
              <a:xfrm>
                <a:off x="9094080" y="440568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9CEF93E-233A-1328-656B-EC4216415D17}"/>
                </a:ext>
              </a:extLst>
            </p:cNvPr>
            <p:cNvGrpSpPr/>
            <p:nvPr/>
          </p:nvGrpSpPr>
          <p:grpSpPr>
            <a:xfrm>
              <a:off x="6301115" y="1007215"/>
              <a:ext cx="713770" cy="738541"/>
              <a:chOff x="8465571" y="3638490"/>
              <a:chExt cx="950028" cy="982998"/>
            </a:xfrm>
          </p:grpSpPr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BA2C7618-7144-9350-20AA-91CC5E2C742D}"/>
                  </a:ext>
                </a:extLst>
              </p:cNvPr>
              <p:cNvCxnSpPr>
                <a:endCxn id="16" idx="1"/>
              </p:cNvCxnSpPr>
              <p:nvPr/>
            </p:nvCxnSpPr>
            <p:spPr>
              <a:xfrm flipV="1">
                <a:off x="8588424" y="4498748"/>
                <a:ext cx="827175" cy="5951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1D95E6DA-9EDE-C20C-DE8A-3D11536EC7C2}"/>
                  </a:ext>
                </a:extLst>
              </p:cNvPr>
              <p:cNvGrpSpPr/>
              <p:nvPr/>
            </p:nvGrpSpPr>
            <p:grpSpPr>
              <a:xfrm>
                <a:off x="9288888" y="4384687"/>
                <a:ext cx="122239" cy="236801"/>
                <a:chOff x="2297548" y="3794540"/>
                <a:chExt cx="122239" cy="236801"/>
              </a:xfrm>
            </p:grpSpPr>
            <p:cxnSp>
              <p:nvCxnSpPr>
                <p:cNvPr id="191" name="직선 연결선 190">
                  <a:extLst>
                    <a:ext uri="{FF2B5EF4-FFF2-40B4-BE49-F238E27FC236}">
                      <a16:creationId xmlns:a16="http://schemas.microsoft.com/office/drawing/2014/main" id="{E32372FE-551C-2E68-B89D-AE13363DEB2F}"/>
                    </a:ext>
                  </a:extLst>
                </p:cNvPr>
                <p:cNvCxnSpPr/>
                <p:nvPr/>
              </p:nvCxnSpPr>
              <p:spPr>
                <a:xfrm flipV="1">
                  <a:off x="2297548" y="3794540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E04B6DB8-3B25-1E48-5309-1A9B031CE189}"/>
                    </a:ext>
                  </a:extLst>
                </p:cNvPr>
                <p:cNvCxnSpPr/>
                <p:nvPr/>
              </p:nvCxnSpPr>
              <p:spPr>
                <a:xfrm>
                  <a:off x="2297548" y="3909104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직선 연결선 192">
                  <a:extLst>
                    <a:ext uri="{FF2B5EF4-FFF2-40B4-BE49-F238E27FC236}">
                      <a16:creationId xmlns:a16="http://schemas.microsoft.com/office/drawing/2014/main" id="{0C1E98BE-0791-FF50-3462-8A535A84E8C4}"/>
                    </a:ext>
                  </a:extLst>
                </p:cNvPr>
                <p:cNvCxnSpPr/>
                <p:nvPr/>
              </p:nvCxnSpPr>
              <p:spPr>
                <a:xfrm>
                  <a:off x="2297548" y="3912438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F1D874BB-EF5A-FF59-8929-F412B091CEEC}"/>
                  </a:ext>
                </a:extLst>
              </p:cNvPr>
              <p:cNvCxnSpPr>
                <a:stCxn id="17" idx="2"/>
              </p:cNvCxnSpPr>
              <p:nvPr/>
            </p:nvCxnSpPr>
            <p:spPr>
              <a:xfrm>
                <a:off x="8588430" y="3638490"/>
                <a:ext cx="6496" cy="868434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>
                <a:extLst>
                  <a:ext uri="{FF2B5EF4-FFF2-40B4-BE49-F238E27FC236}">
                    <a16:creationId xmlns:a16="http://schemas.microsoft.com/office/drawing/2014/main" id="{BDA45F00-D8B7-B7AE-B01B-4DAF0E584234}"/>
                  </a:ext>
                </a:extLst>
              </p:cNvPr>
              <p:cNvCxnSpPr/>
              <p:nvPr/>
            </p:nvCxnSpPr>
            <p:spPr>
              <a:xfrm>
                <a:off x="9288888" y="438201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E97F7AC2-90C4-C113-A175-56BAAB47765F}"/>
                  </a:ext>
                </a:extLst>
              </p:cNvPr>
              <p:cNvSpPr/>
              <p:nvPr/>
            </p:nvSpPr>
            <p:spPr>
              <a:xfrm>
                <a:off x="9094080" y="440568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90" name="직선 연결선 189">
                <a:extLst>
                  <a:ext uri="{FF2B5EF4-FFF2-40B4-BE49-F238E27FC236}">
                    <a16:creationId xmlns:a16="http://schemas.microsoft.com/office/drawing/2014/main" id="{B1CD1237-7848-42D3-9BFF-5B641EF5E6E2}"/>
                  </a:ext>
                </a:extLst>
              </p:cNvPr>
              <p:cNvCxnSpPr/>
              <p:nvPr/>
            </p:nvCxnSpPr>
            <p:spPr>
              <a:xfrm rot="5400000">
                <a:off x="8583972" y="3642331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BE7D8B8-8880-547B-CADD-0F538F40F142}"/>
                </a:ext>
              </a:extLst>
            </p:cNvPr>
            <p:cNvGrpSpPr/>
            <p:nvPr/>
          </p:nvGrpSpPr>
          <p:grpSpPr>
            <a:xfrm rot="16200000">
              <a:off x="5719280" y="2697281"/>
              <a:ext cx="871054" cy="1734972"/>
              <a:chOff x="8251753" y="4375065"/>
              <a:chExt cx="1159374" cy="2309247"/>
            </a:xfrm>
          </p:grpSpPr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F751CDA0-B6DB-ED82-56A3-0E24C105C358}"/>
                  </a:ext>
                </a:extLst>
              </p:cNvPr>
              <p:cNvCxnSpPr/>
              <p:nvPr/>
            </p:nvCxnSpPr>
            <p:spPr>
              <a:xfrm rot="5400000" flipV="1">
                <a:off x="8891976" y="3975744"/>
                <a:ext cx="0" cy="10383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77" name="그룹 176">
                <a:extLst>
                  <a:ext uri="{FF2B5EF4-FFF2-40B4-BE49-F238E27FC236}">
                    <a16:creationId xmlns:a16="http://schemas.microsoft.com/office/drawing/2014/main" id="{892D80F3-7816-4E24-178B-3A704CD9589C}"/>
                  </a:ext>
                </a:extLst>
              </p:cNvPr>
              <p:cNvGrpSpPr/>
              <p:nvPr/>
            </p:nvGrpSpPr>
            <p:grpSpPr>
              <a:xfrm>
                <a:off x="9288888" y="4377735"/>
                <a:ext cx="122239" cy="236801"/>
                <a:chOff x="2297548" y="3787588"/>
                <a:chExt cx="122239" cy="236801"/>
              </a:xfrm>
            </p:grpSpPr>
            <p:cxnSp>
              <p:nvCxnSpPr>
                <p:cNvPr id="182" name="직선 연결선 181">
                  <a:extLst>
                    <a:ext uri="{FF2B5EF4-FFF2-40B4-BE49-F238E27FC236}">
                      <a16:creationId xmlns:a16="http://schemas.microsoft.com/office/drawing/2014/main" id="{B2B35C26-0E48-BFBE-A15F-E9731E3F03C9}"/>
                    </a:ext>
                  </a:extLst>
                </p:cNvPr>
                <p:cNvCxnSpPr/>
                <p:nvPr/>
              </p:nvCxnSpPr>
              <p:spPr>
                <a:xfrm flipV="1">
                  <a:off x="2297548" y="378758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직선 연결선 182">
                  <a:extLst>
                    <a:ext uri="{FF2B5EF4-FFF2-40B4-BE49-F238E27FC236}">
                      <a16:creationId xmlns:a16="http://schemas.microsoft.com/office/drawing/2014/main" id="{B63D0782-FE68-7E09-9867-EC290CF5C613}"/>
                    </a:ext>
                  </a:extLst>
                </p:cNvPr>
                <p:cNvCxnSpPr/>
                <p:nvPr/>
              </p:nvCxnSpPr>
              <p:spPr>
                <a:xfrm>
                  <a:off x="2297548" y="390215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직선 연결선 183">
                  <a:extLst>
                    <a:ext uri="{FF2B5EF4-FFF2-40B4-BE49-F238E27FC236}">
                      <a16:creationId xmlns:a16="http://schemas.microsoft.com/office/drawing/2014/main" id="{7426A01B-91E0-C7A1-960E-2D31E8C0569F}"/>
                    </a:ext>
                  </a:extLst>
                </p:cNvPr>
                <p:cNvCxnSpPr/>
                <p:nvPr/>
              </p:nvCxnSpPr>
              <p:spPr>
                <a:xfrm>
                  <a:off x="2297548" y="3905485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9DC7DC41-817D-49B2-D10B-F6B3AE2940F9}"/>
                  </a:ext>
                </a:extLst>
              </p:cNvPr>
              <p:cNvCxnSpPr/>
              <p:nvPr/>
            </p:nvCxnSpPr>
            <p:spPr>
              <a:xfrm rot="5400000">
                <a:off x="7276668" y="5593441"/>
                <a:ext cx="2181742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>
                <a:extLst>
                  <a:ext uri="{FF2B5EF4-FFF2-40B4-BE49-F238E27FC236}">
                    <a16:creationId xmlns:a16="http://schemas.microsoft.com/office/drawing/2014/main" id="{DF791427-D6C0-ABC9-4282-2459924DD119}"/>
                  </a:ext>
                </a:extLst>
              </p:cNvPr>
              <p:cNvCxnSpPr/>
              <p:nvPr/>
            </p:nvCxnSpPr>
            <p:spPr>
              <a:xfrm>
                <a:off x="9288888" y="437506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C47C4A5B-75BD-A6F4-AE2B-4F952CCA5332}"/>
                  </a:ext>
                </a:extLst>
              </p:cNvPr>
              <p:cNvSpPr/>
              <p:nvPr/>
            </p:nvSpPr>
            <p:spPr>
              <a:xfrm>
                <a:off x="9094080" y="439873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7F812EED-35B8-B2E9-2116-75F87865B611}"/>
                  </a:ext>
                </a:extLst>
              </p:cNvPr>
              <p:cNvCxnSpPr/>
              <p:nvPr/>
            </p:nvCxnSpPr>
            <p:spPr>
              <a:xfrm rot="16200000">
                <a:off x="8370154" y="6430302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BC53C044-CA5E-F4BB-AB1D-4C188ACBE4CC}"/>
                </a:ext>
              </a:extLst>
            </p:cNvPr>
            <p:cNvGrpSpPr/>
            <p:nvPr/>
          </p:nvGrpSpPr>
          <p:grpSpPr>
            <a:xfrm rot="16200000">
              <a:off x="5193077" y="2359759"/>
              <a:ext cx="1048967" cy="2587929"/>
              <a:chOff x="8014952" y="4375065"/>
              <a:chExt cx="1396175" cy="3444534"/>
            </a:xfrm>
          </p:grpSpPr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FD78C294-E165-8CAB-7565-E655C42F263E}"/>
                  </a:ext>
                </a:extLst>
              </p:cNvPr>
              <p:cNvCxnSpPr/>
              <p:nvPr/>
            </p:nvCxnSpPr>
            <p:spPr>
              <a:xfrm rot="5400000" flipV="1">
                <a:off x="8773575" y="3857342"/>
                <a:ext cx="0" cy="1275102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7FC461B2-5291-E479-A8EB-19C4DE77D930}"/>
                  </a:ext>
                </a:extLst>
              </p:cNvPr>
              <p:cNvGrpSpPr/>
              <p:nvPr/>
            </p:nvGrpSpPr>
            <p:grpSpPr>
              <a:xfrm>
                <a:off x="9288888" y="4377735"/>
                <a:ext cx="122239" cy="236801"/>
                <a:chOff x="2297548" y="3787588"/>
                <a:chExt cx="122239" cy="236801"/>
              </a:xfrm>
            </p:grpSpPr>
            <p:cxnSp>
              <p:nvCxnSpPr>
                <p:cNvPr id="173" name="직선 연결선 172">
                  <a:extLst>
                    <a:ext uri="{FF2B5EF4-FFF2-40B4-BE49-F238E27FC236}">
                      <a16:creationId xmlns:a16="http://schemas.microsoft.com/office/drawing/2014/main" id="{AE55C5E3-853C-4CCE-4529-A9F6801A88D6}"/>
                    </a:ext>
                  </a:extLst>
                </p:cNvPr>
                <p:cNvCxnSpPr/>
                <p:nvPr/>
              </p:nvCxnSpPr>
              <p:spPr>
                <a:xfrm flipV="1">
                  <a:off x="2297548" y="378758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직선 연결선 173">
                  <a:extLst>
                    <a:ext uri="{FF2B5EF4-FFF2-40B4-BE49-F238E27FC236}">
                      <a16:creationId xmlns:a16="http://schemas.microsoft.com/office/drawing/2014/main" id="{AFD9C59B-8CF4-0D9A-E7AF-D01F8D48A68A}"/>
                    </a:ext>
                  </a:extLst>
                </p:cNvPr>
                <p:cNvCxnSpPr/>
                <p:nvPr/>
              </p:nvCxnSpPr>
              <p:spPr>
                <a:xfrm>
                  <a:off x="2297548" y="390215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직선 연결선 174">
                  <a:extLst>
                    <a:ext uri="{FF2B5EF4-FFF2-40B4-BE49-F238E27FC236}">
                      <a16:creationId xmlns:a16="http://schemas.microsoft.com/office/drawing/2014/main" id="{2D88BA6C-3DFD-321E-E9C0-13FF6844EF10}"/>
                    </a:ext>
                  </a:extLst>
                </p:cNvPr>
                <p:cNvCxnSpPr/>
                <p:nvPr/>
              </p:nvCxnSpPr>
              <p:spPr>
                <a:xfrm>
                  <a:off x="2297548" y="3905485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75FA22D3-76E3-4EB8-C3DC-3EBFB66488AE}"/>
                  </a:ext>
                </a:extLst>
              </p:cNvPr>
              <p:cNvCxnSpPr/>
              <p:nvPr/>
            </p:nvCxnSpPr>
            <p:spPr>
              <a:xfrm rot="5400000">
                <a:off x="6467089" y="6155950"/>
                <a:ext cx="332729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892945DE-ECD8-E99F-9809-91D13DE35447}"/>
                  </a:ext>
                </a:extLst>
              </p:cNvPr>
              <p:cNvCxnSpPr/>
              <p:nvPr/>
            </p:nvCxnSpPr>
            <p:spPr>
              <a:xfrm>
                <a:off x="9288888" y="437506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타원 170">
                <a:extLst>
                  <a:ext uri="{FF2B5EF4-FFF2-40B4-BE49-F238E27FC236}">
                    <a16:creationId xmlns:a16="http://schemas.microsoft.com/office/drawing/2014/main" id="{26E65A7E-0BB8-2CFC-16E8-49B45C3CC072}"/>
                  </a:ext>
                </a:extLst>
              </p:cNvPr>
              <p:cNvSpPr/>
              <p:nvPr/>
            </p:nvSpPr>
            <p:spPr>
              <a:xfrm>
                <a:off x="9094080" y="439873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A7C7A37E-F0A4-8DAC-4400-073AC8DC6787}"/>
                  </a:ext>
                </a:extLst>
              </p:cNvPr>
              <p:cNvCxnSpPr/>
              <p:nvPr/>
            </p:nvCxnSpPr>
            <p:spPr>
              <a:xfrm rot="16200000">
                <a:off x="8133353" y="7577683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D09766B-CD68-B245-9D79-65CF257AB25F}"/>
                </a:ext>
              </a:extLst>
            </p:cNvPr>
            <p:cNvGrpSpPr/>
            <p:nvPr/>
          </p:nvGrpSpPr>
          <p:grpSpPr>
            <a:xfrm rot="16200000">
              <a:off x="3527803" y="1840387"/>
              <a:ext cx="2205637" cy="4783343"/>
              <a:chOff x="6475424" y="4375065"/>
              <a:chExt cx="2935703" cy="6366630"/>
            </a:xfrm>
          </p:grpSpPr>
          <p:cxnSp>
            <p:nvCxnSpPr>
              <p:cNvPr id="158" name="직선 연결선 157">
                <a:extLst>
                  <a:ext uri="{FF2B5EF4-FFF2-40B4-BE49-F238E27FC236}">
                    <a16:creationId xmlns:a16="http://schemas.microsoft.com/office/drawing/2014/main" id="{8C300ADE-3F56-089A-0C4E-63DD36EC45F3}"/>
                  </a:ext>
                </a:extLst>
              </p:cNvPr>
              <p:cNvCxnSpPr/>
              <p:nvPr/>
            </p:nvCxnSpPr>
            <p:spPr>
              <a:xfrm rot="5400000" flipV="1">
                <a:off x="8002475" y="3086243"/>
                <a:ext cx="0" cy="2817301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59" name="그룹 158">
                <a:extLst>
                  <a:ext uri="{FF2B5EF4-FFF2-40B4-BE49-F238E27FC236}">
                    <a16:creationId xmlns:a16="http://schemas.microsoft.com/office/drawing/2014/main" id="{AC70E30C-7E72-3A31-ABA8-4D35F31E9DFC}"/>
                  </a:ext>
                </a:extLst>
              </p:cNvPr>
              <p:cNvGrpSpPr/>
              <p:nvPr/>
            </p:nvGrpSpPr>
            <p:grpSpPr>
              <a:xfrm>
                <a:off x="9288888" y="4377735"/>
                <a:ext cx="122239" cy="236801"/>
                <a:chOff x="2297548" y="3787588"/>
                <a:chExt cx="122239" cy="236801"/>
              </a:xfrm>
            </p:grpSpPr>
            <p:cxnSp>
              <p:nvCxnSpPr>
                <p:cNvPr id="164" name="직선 연결선 163">
                  <a:extLst>
                    <a:ext uri="{FF2B5EF4-FFF2-40B4-BE49-F238E27FC236}">
                      <a16:creationId xmlns:a16="http://schemas.microsoft.com/office/drawing/2014/main" id="{9DB1E842-7592-74E9-0D71-C62B7140C037}"/>
                    </a:ext>
                  </a:extLst>
                </p:cNvPr>
                <p:cNvCxnSpPr/>
                <p:nvPr/>
              </p:nvCxnSpPr>
              <p:spPr>
                <a:xfrm flipV="1">
                  <a:off x="2297548" y="378758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1101519E-8F26-E8BF-94EE-DB006BC6278E}"/>
                    </a:ext>
                  </a:extLst>
                </p:cNvPr>
                <p:cNvCxnSpPr/>
                <p:nvPr/>
              </p:nvCxnSpPr>
              <p:spPr>
                <a:xfrm>
                  <a:off x="2297548" y="390215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직선 연결선 165">
                  <a:extLst>
                    <a:ext uri="{FF2B5EF4-FFF2-40B4-BE49-F238E27FC236}">
                      <a16:creationId xmlns:a16="http://schemas.microsoft.com/office/drawing/2014/main" id="{664FA46C-D297-2093-22D7-EE6DBA50A303}"/>
                    </a:ext>
                  </a:extLst>
                </p:cNvPr>
                <p:cNvCxnSpPr/>
                <p:nvPr/>
              </p:nvCxnSpPr>
              <p:spPr>
                <a:xfrm>
                  <a:off x="2297548" y="3905485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0" name="직선 연결선 159">
                <a:extLst>
                  <a:ext uri="{FF2B5EF4-FFF2-40B4-BE49-F238E27FC236}">
                    <a16:creationId xmlns:a16="http://schemas.microsoft.com/office/drawing/2014/main" id="{931D91E6-E1D1-86F3-7917-2523F09702E6}"/>
                  </a:ext>
                </a:extLst>
              </p:cNvPr>
              <p:cNvCxnSpPr/>
              <p:nvPr/>
            </p:nvCxnSpPr>
            <p:spPr>
              <a:xfrm rot="5400000">
                <a:off x="3470349" y="7620834"/>
                <a:ext cx="6241723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FF3154C4-2058-D10E-DFA8-9E3D08433290}"/>
                  </a:ext>
                </a:extLst>
              </p:cNvPr>
              <p:cNvCxnSpPr/>
              <p:nvPr/>
            </p:nvCxnSpPr>
            <p:spPr>
              <a:xfrm>
                <a:off x="9288888" y="437506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2" name="타원 161">
                <a:extLst>
                  <a:ext uri="{FF2B5EF4-FFF2-40B4-BE49-F238E27FC236}">
                    <a16:creationId xmlns:a16="http://schemas.microsoft.com/office/drawing/2014/main" id="{7A016921-5BAF-F27A-6859-E148673184D1}"/>
                  </a:ext>
                </a:extLst>
              </p:cNvPr>
              <p:cNvSpPr/>
              <p:nvPr/>
            </p:nvSpPr>
            <p:spPr>
              <a:xfrm>
                <a:off x="9094080" y="439873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BC2713DC-EBDE-415B-0AD4-E6DC5B8F2896}"/>
                  </a:ext>
                </a:extLst>
              </p:cNvPr>
              <p:cNvCxnSpPr/>
              <p:nvPr/>
            </p:nvCxnSpPr>
            <p:spPr>
              <a:xfrm rot="16200000">
                <a:off x="6593825" y="1049454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23A7409-E2C5-A59E-2FDF-187FE402F5D2}"/>
                </a:ext>
              </a:extLst>
            </p:cNvPr>
            <p:cNvGrpSpPr/>
            <p:nvPr/>
          </p:nvGrpSpPr>
          <p:grpSpPr>
            <a:xfrm rot="16200000">
              <a:off x="4102568" y="2280147"/>
              <a:ext cx="2056663" cy="3761251"/>
              <a:chOff x="6673709" y="4375065"/>
              <a:chExt cx="2737418" cy="5006225"/>
            </a:xfrm>
          </p:grpSpPr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A3A0702-326A-E315-A26B-124D1448E6DF}"/>
                  </a:ext>
                </a:extLst>
              </p:cNvPr>
              <p:cNvCxnSpPr/>
              <p:nvPr/>
            </p:nvCxnSpPr>
            <p:spPr>
              <a:xfrm rot="5400000" flipV="1">
                <a:off x="8101617" y="3185386"/>
                <a:ext cx="0" cy="2619015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01E670E3-15A2-8E9A-95A0-4B3A54986C5A}"/>
                  </a:ext>
                </a:extLst>
              </p:cNvPr>
              <p:cNvGrpSpPr/>
              <p:nvPr/>
            </p:nvGrpSpPr>
            <p:grpSpPr>
              <a:xfrm>
                <a:off x="9288888" y="4377735"/>
                <a:ext cx="122239" cy="236801"/>
                <a:chOff x="2297548" y="3787588"/>
                <a:chExt cx="122239" cy="236801"/>
              </a:xfrm>
            </p:grpSpPr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31223F49-475C-8844-90DC-C065A5643EE9}"/>
                    </a:ext>
                  </a:extLst>
                </p:cNvPr>
                <p:cNvCxnSpPr/>
                <p:nvPr/>
              </p:nvCxnSpPr>
              <p:spPr>
                <a:xfrm flipV="1">
                  <a:off x="2297548" y="378758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AE1EB26C-A0C9-56C1-2F3A-7C3A1A8549DC}"/>
                    </a:ext>
                  </a:extLst>
                </p:cNvPr>
                <p:cNvCxnSpPr/>
                <p:nvPr/>
              </p:nvCxnSpPr>
              <p:spPr>
                <a:xfrm>
                  <a:off x="2297548" y="390215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A065983A-DC5E-ACF6-D3F2-A1B4D21C67ED}"/>
                    </a:ext>
                  </a:extLst>
                </p:cNvPr>
                <p:cNvCxnSpPr/>
                <p:nvPr/>
              </p:nvCxnSpPr>
              <p:spPr>
                <a:xfrm>
                  <a:off x="2297548" y="3905485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0BC24ED1-6A00-1346-1646-0A857C7A9A95}"/>
                  </a:ext>
                </a:extLst>
              </p:cNvPr>
              <p:cNvCxnSpPr/>
              <p:nvPr/>
            </p:nvCxnSpPr>
            <p:spPr>
              <a:xfrm rot="5400000">
                <a:off x="4348837" y="6940632"/>
                <a:ext cx="4881317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6E47B914-42D4-5432-F2FF-7BDEA001A6E3}"/>
                  </a:ext>
                </a:extLst>
              </p:cNvPr>
              <p:cNvCxnSpPr/>
              <p:nvPr/>
            </p:nvCxnSpPr>
            <p:spPr>
              <a:xfrm>
                <a:off x="9288888" y="437506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3" name="타원 152">
                <a:extLst>
                  <a:ext uri="{FF2B5EF4-FFF2-40B4-BE49-F238E27FC236}">
                    <a16:creationId xmlns:a16="http://schemas.microsoft.com/office/drawing/2014/main" id="{EAD85D74-A99A-9DE3-FE60-DE9AD8F86F62}"/>
                  </a:ext>
                </a:extLst>
              </p:cNvPr>
              <p:cNvSpPr/>
              <p:nvPr/>
            </p:nvSpPr>
            <p:spPr>
              <a:xfrm>
                <a:off x="9094080" y="439873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54" name="직선 연결선 153">
                <a:extLst>
                  <a:ext uri="{FF2B5EF4-FFF2-40B4-BE49-F238E27FC236}">
                    <a16:creationId xmlns:a16="http://schemas.microsoft.com/office/drawing/2014/main" id="{2F71F6D6-57E6-4C71-B2BD-6D758E0E00B3}"/>
                  </a:ext>
                </a:extLst>
              </p:cNvPr>
              <p:cNvCxnSpPr/>
              <p:nvPr/>
            </p:nvCxnSpPr>
            <p:spPr>
              <a:xfrm rot="16200000">
                <a:off x="6792110" y="914847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DEDE723D-6F24-5ACC-F486-8852EB040CF9}"/>
                </a:ext>
              </a:extLst>
            </p:cNvPr>
            <p:cNvGrpSpPr/>
            <p:nvPr/>
          </p:nvGrpSpPr>
          <p:grpSpPr>
            <a:xfrm rot="16200000">
              <a:off x="4610172" y="2635765"/>
              <a:ext cx="1915445" cy="2908799"/>
              <a:chOff x="6861669" y="4375065"/>
              <a:chExt cx="2549458" cy="3871611"/>
            </a:xfrm>
          </p:grpSpPr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475EC197-00F1-6BC4-A17E-5625A7C7FF9F}"/>
                  </a:ext>
                </a:extLst>
              </p:cNvPr>
              <p:cNvCxnSpPr/>
              <p:nvPr/>
            </p:nvCxnSpPr>
            <p:spPr>
              <a:xfrm rot="5400000" flipV="1">
                <a:off x="8195597" y="3279367"/>
                <a:ext cx="0" cy="2431054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B57490E3-03C7-936E-37A5-00443A6510DE}"/>
                  </a:ext>
                </a:extLst>
              </p:cNvPr>
              <p:cNvGrpSpPr/>
              <p:nvPr/>
            </p:nvGrpSpPr>
            <p:grpSpPr>
              <a:xfrm>
                <a:off x="9288888" y="4377735"/>
                <a:ext cx="122239" cy="236801"/>
                <a:chOff x="2297548" y="3787588"/>
                <a:chExt cx="122239" cy="236801"/>
              </a:xfrm>
            </p:grpSpPr>
            <p:cxnSp>
              <p:nvCxnSpPr>
                <p:cNvPr id="146" name="직선 연결선 145">
                  <a:extLst>
                    <a:ext uri="{FF2B5EF4-FFF2-40B4-BE49-F238E27FC236}">
                      <a16:creationId xmlns:a16="http://schemas.microsoft.com/office/drawing/2014/main" id="{B80B01FA-A175-FB31-1F78-657392A8F251}"/>
                    </a:ext>
                  </a:extLst>
                </p:cNvPr>
                <p:cNvCxnSpPr/>
                <p:nvPr/>
              </p:nvCxnSpPr>
              <p:spPr>
                <a:xfrm flipV="1">
                  <a:off x="2297548" y="378758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60269B30-36FE-760D-B9A3-08C7A5C784FF}"/>
                    </a:ext>
                  </a:extLst>
                </p:cNvPr>
                <p:cNvCxnSpPr/>
                <p:nvPr/>
              </p:nvCxnSpPr>
              <p:spPr>
                <a:xfrm>
                  <a:off x="2297548" y="390215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BEF3BCA8-04F9-5889-CF6E-9FF11F5E528B}"/>
                    </a:ext>
                  </a:extLst>
                </p:cNvPr>
                <p:cNvCxnSpPr/>
                <p:nvPr/>
              </p:nvCxnSpPr>
              <p:spPr>
                <a:xfrm>
                  <a:off x="2297548" y="3905485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121610AB-8339-4574-B7F2-F07A303BDD2E}"/>
                  </a:ext>
                </a:extLst>
              </p:cNvPr>
              <p:cNvCxnSpPr/>
              <p:nvPr/>
            </p:nvCxnSpPr>
            <p:spPr>
              <a:xfrm rot="5400000">
                <a:off x="5104103" y="6373325"/>
                <a:ext cx="3746703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>
                <a:extLst>
                  <a:ext uri="{FF2B5EF4-FFF2-40B4-BE49-F238E27FC236}">
                    <a16:creationId xmlns:a16="http://schemas.microsoft.com/office/drawing/2014/main" id="{B3119A18-CF7D-A698-2119-3B413466EA7E}"/>
                  </a:ext>
                </a:extLst>
              </p:cNvPr>
              <p:cNvCxnSpPr/>
              <p:nvPr/>
            </p:nvCxnSpPr>
            <p:spPr>
              <a:xfrm>
                <a:off x="9288888" y="437506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4" name="타원 143">
                <a:extLst>
                  <a:ext uri="{FF2B5EF4-FFF2-40B4-BE49-F238E27FC236}">
                    <a16:creationId xmlns:a16="http://schemas.microsoft.com/office/drawing/2014/main" id="{44BFFFF2-9D48-1D49-A156-DAF089EF386B}"/>
                  </a:ext>
                </a:extLst>
              </p:cNvPr>
              <p:cNvSpPr/>
              <p:nvPr/>
            </p:nvSpPr>
            <p:spPr>
              <a:xfrm>
                <a:off x="9094080" y="439873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72D724F7-BBED-FD0E-3203-EF4F0A17F53E}"/>
                  </a:ext>
                </a:extLst>
              </p:cNvPr>
              <p:cNvCxnSpPr/>
              <p:nvPr/>
            </p:nvCxnSpPr>
            <p:spPr>
              <a:xfrm rot="16200000">
                <a:off x="6980070" y="7999529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4DB8B25C-D71E-6E17-F07D-9B503388CE36}"/>
                </a:ext>
              </a:extLst>
            </p:cNvPr>
            <p:cNvGrpSpPr/>
            <p:nvPr/>
          </p:nvGrpSpPr>
          <p:grpSpPr>
            <a:xfrm rot="5400000" flipV="1">
              <a:off x="3574817" y="1952358"/>
              <a:ext cx="389156" cy="1029566"/>
              <a:chOff x="8893160" y="4375065"/>
              <a:chExt cx="517967" cy="1370353"/>
            </a:xfrm>
          </p:grpSpPr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F5F167E0-9576-9BCB-B0B7-5AD8238E7D91}"/>
                  </a:ext>
                </a:extLst>
              </p:cNvPr>
              <p:cNvCxnSpPr/>
              <p:nvPr/>
            </p:nvCxnSpPr>
            <p:spPr>
              <a:xfrm rot="5400000" flipV="1">
                <a:off x="9152143" y="4235910"/>
                <a:ext cx="0" cy="517966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2EC5AA34-AE56-C734-970D-5CC08AAA13A9}"/>
                  </a:ext>
                </a:extLst>
              </p:cNvPr>
              <p:cNvGrpSpPr/>
              <p:nvPr/>
            </p:nvGrpSpPr>
            <p:grpSpPr>
              <a:xfrm>
                <a:off x="9288888" y="4377735"/>
                <a:ext cx="122239" cy="236801"/>
                <a:chOff x="2297548" y="3787588"/>
                <a:chExt cx="122239" cy="236801"/>
              </a:xfrm>
            </p:grpSpPr>
            <p:cxnSp>
              <p:nvCxnSpPr>
                <p:cNvPr id="137" name="직선 연결선 136">
                  <a:extLst>
                    <a:ext uri="{FF2B5EF4-FFF2-40B4-BE49-F238E27FC236}">
                      <a16:creationId xmlns:a16="http://schemas.microsoft.com/office/drawing/2014/main" id="{7CB24A15-6CC1-D214-A002-23D225897AE1}"/>
                    </a:ext>
                  </a:extLst>
                </p:cNvPr>
                <p:cNvCxnSpPr/>
                <p:nvPr/>
              </p:nvCxnSpPr>
              <p:spPr>
                <a:xfrm flipV="1">
                  <a:off x="2297548" y="378758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직선 연결선 137">
                  <a:extLst>
                    <a:ext uri="{FF2B5EF4-FFF2-40B4-BE49-F238E27FC236}">
                      <a16:creationId xmlns:a16="http://schemas.microsoft.com/office/drawing/2014/main" id="{89CEA8C2-DD60-4E4D-1410-B13910480ACB}"/>
                    </a:ext>
                  </a:extLst>
                </p:cNvPr>
                <p:cNvCxnSpPr/>
                <p:nvPr/>
              </p:nvCxnSpPr>
              <p:spPr>
                <a:xfrm>
                  <a:off x="2297548" y="390215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67670D8F-3386-719E-B3B6-2C458D1033D9}"/>
                    </a:ext>
                  </a:extLst>
                </p:cNvPr>
                <p:cNvCxnSpPr/>
                <p:nvPr/>
              </p:nvCxnSpPr>
              <p:spPr>
                <a:xfrm>
                  <a:off x="2297548" y="3905485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BECED573-24A1-22CB-90D1-50A8DE40FB9A}"/>
                  </a:ext>
                </a:extLst>
              </p:cNvPr>
              <p:cNvCxnSpPr/>
              <p:nvPr/>
            </p:nvCxnSpPr>
            <p:spPr>
              <a:xfrm rot="5400000" flipV="1">
                <a:off x="8317737" y="5067724"/>
                <a:ext cx="1150847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1C41697E-745C-B147-6228-0D89664B607F}"/>
                  </a:ext>
                </a:extLst>
              </p:cNvPr>
              <p:cNvCxnSpPr/>
              <p:nvPr/>
            </p:nvCxnSpPr>
            <p:spPr>
              <a:xfrm>
                <a:off x="9288888" y="437506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4" name="타원 133">
                <a:extLst>
                  <a:ext uri="{FF2B5EF4-FFF2-40B4-BE49-F238E27FC236}">
                    <a16:creationId xmlns:a16="http://schemas.microsoft.com/office/drawing/2014/main" id="{E98AC598-00EA-77B6-6BEB-6EB9DF5FD929}"/>
                  </a:ext>
                </a:extLst>
              </p:cNvPr>
              <p:cNvSpPr/>
              <p:nvPr/>
            </p:nvSpPr>
            <p:spPr>
              <a:xfrm>
                <a:off x="9094080" y="4398735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35" name="직선 연결선 134">
                <a:extLst>
                  <a:ext uri="{FF2B5EF4-FFF2-40B4-BE49-F238E27FC236}">
                    <a16:creationId xmlns:a16="http://schemas.microsoft.com/office/drawing/2014/main" id="{33B1D8C6-CA92-EB1A-B70D-8A0FA93AF160}"/>
                  </a:ext>
                </a:extLst>
              </p:cNvPr>
              <p:cNvCxnSpPr/>
              <p:nvPr/>
            </p:nvCxnSpPr>
            <p:spPr>
              <a:xfrm>
                <a:off x="9275145" y="550861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92054CD5-198D-7BD0-8BA9-AD734C48A4F5}"/>
                  </a:ext>
                </a:extLst>
              </p:cNvPr>
              <p:cNvCxnSpPr/>
              <p:nvPr/>
            </p:nvCxnSpPr>
            <p:spPr>
              <a:xfrm rot="5400000" flipV="1">
                <a:off x="9152144" y="5372938"/>
                <a:ext cx="0" cy="517967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136925E-7528-D30C-0062-66FBBABBB2BD}"/>
                </a:ext>
              </a:extLst>
            </p:cNvPr>
            <p:cNvGrpSpPr/>
            <p:nvPr/>
          </p:nvGrpSpPr>
          <p:grpSpPr>
            <a:xfrm rot="5400000">
              <a:off x="2803076" y="1005202"/>
              <a:ext cx="1096202" cy="2222419"/>
              <a:chOff x="7952082" y="1651416"/>
              <a:chExt cx="1459045" cy="2958040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D59FC17A-D6C8-CEA6-3160-3E058E17DC85}"/>
                  </a:ext>
                </a:extLst>
              </p:cNvPr>
              <p:cNvCxnSpPr/>
              <p:nvPr/>
            </p:nvCxnSpPr>
            <p:spPr>
              <a:xfrm rot="16200000">
                <a:off x="8738324" y="3821506"/>
                <a:ext cx="0" cy="1345607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21234F81-59B0-D90C-C607-78E569F5E4BC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43A22038-E365-4355-8BE4-F96BBB1D42D6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07B527CE-BA26-3333-E8AA-DDE2EF38E1E2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8F1A81BB-5CD2-223B-2168-BDA9F0B2D7B4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89E356F9-1A26-F30A-197F-4B91B4619CC1}"/>
                  </a:ext>
                </a:extLst>
              </p:cNvPr>
              <p:cNvCxnSpPr/>
              <p:nvPr/>
            </p:nvCxnSpPr>
            <p:spPr>
              <a:xfrm rot="16200000" flipH="1" flipV="1">
                <a:off x="6651248" y="3069317"/>
                <a:ext cx="2835803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B914F383-9B6C-E5D6-DB0F-1A2DBFFEF1A9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7D7925C4-D8B2-FC6E-B003-8C41777C9B30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6C9F835A-9351-5380-4F6D-390814EFBF0D}"/>
                  </a:ext>
                </a:extLst>
              </p:cNvPr>
              <p:cNvCxnSpPr/>
              <p:nvPr/>
            </p:nvCxnSpPr>
            <p:spPr>
              <a:xfrm rot="5400000">
                <a:off x="8070483" y="1661749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A7FF815-6A67-5BF6-C2DA-DABBC70E6B51}"/>
                </a:ext>
              </a:extLst>
            </p:cNvPr>
            <p:cNvSpPr/>
            <p:nvPr/>
          </p:nvSpPr>
          <p:spPr>
            <a:xfrm>
              <a:off x="7014886" y="6061650"/>
              <a:ext cx="790956" cy="46553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6A94114-1863-6261-8750-BD11030488EF}"/>
                </a:ext>
              </a:extLst>
            </p:cNvPr>
            <p:cNvSpPr/>
            <p:nvPr/>
          </p:nvSpPr>
          <p:spPr>
            <a:xfrm>
              <a:off x="5982367" y="6061650"/>
              <a:ext cx="790956" cy="46553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74D14F7-AF82-E9E3-A1B3-5D2DA85FB8EF}"/>
                </a:ext>
              </a:extLst>
            </p:cNvPr>
            <p:cNvSpPr/>
            <p:nvPr/>
          </p:nvSpPr>
          <p:spPr>
            <a:xfrm>
              <a:off x="8034720" y="6061650"/>
              <a:ext cx="790956" cy="46553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728EA08-50EE-7BBD-B4B0-BCAF3393CA4D}"/>
                </a:ext>
              </a:extLst>
            </p:cNvPr>
            <p:cNvGrpSpPr/>
            <p:nvPr/>
          </p:nvGrpSpPr>
          <p:grpSpPr>
            <a:xfrm rot="5400000">
              <a:off x="7044765" y="5608308"/>
              <a:ext cx="726774" cy="179918"/>
              <a:chOff x="8443791" y="4369985"/>
              <a:chExt cx="967336" cy="239471"/>
            </a:xfrm>
          </p:grpSpPr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7B6F71A4-1A2C-ACAF-2D3C-1F52EC3BAA56}"/>
                  </a:ext>
                </a:extLst>
              </p:cNvPr>
              <p:cNvCxnSpPr/>
              <p:nvPr/>
            </p:nvCxnSpPr>
            <p:spPr>
              <a:xfrm rot="16200000">
                <a:off x="8927458" y="4006053"/>
                <a:ext cx="0" cy="967334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E0CFFF81-CAA9-2C31-DD86-29A43E956633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CCD7C31E-86AC-F245-9D3F-E7C0E563083B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>
                  <a:extLst>
                    <a:ext uri="{FF2B5EF4-FFF2-40B4-BE49-F238E27FC236}">
                      <a16:creationId xmlns:a16="http://schemas.microsoft.com/office/drawing/2014/main" id="{D22FBE81-0DFD-EC8F-5366-F2F796C36D8E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D80CF9E4-0E5C-883F-DE2E-56514A617E0D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614AFA00-11DD-8F95-A5BE-07384D941B8E}"/>
                  </a:ext>
                </a:extLst>
              </p:cNvPr>
              <p:cNvCxnSpPr/>
              <p:nvPr/>
            </p:nvCxnSpPr>
            <p:spPr>
              <a:xfrm>
                <a:off x="8568899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A01A229D-403A-FC28-002A-A3DE1A03DAD3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7E1A4EDD-3824-2539-57FF-6899ABBD09E6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BF329FE4-14EE-B9AA-205D-1D1BA69AEDEF}"/>
                  </a:ext>
                </a:extLst>
              </p:cNvPr>
              <p:cNvSpPr/>
              <p:nvPr/>
            </p:nvSpPr>
            <p:spPr>
              <a:xfrm>
                <a:off x="8571242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23F48D1-77B7-45DE-C81A-60B1171A0F17}"/>
                </a:ext>
              </a:extLst>
            </p:cNvPr>
            <p:cNvGrpSpPr/>
            <p:nvPr/>
          </p:nvGrpSpPr>
          <p:grpSpPr>
            <a:xfrm rot="5400000">
              <a:off x="7660333" y="5201828"/>
              <a:ext cx="726775" cy="992873"/>
              <a:chOff x="8443788" y="4369985"/>
              <a:chExt cx="967339" cy="1321513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ECDD633-8F75-E065-562E-A7A95BFAEE2A}"/>
                  </a:ext>
                </a:extLst>
              </p:cNvPr>
              <p:cNvCxnSpPr/>
              <p:nvPr/>
            </p:nvCxnSpPr>
            <p:spPr>
              <a:xfrm rot="16200000">
                <a:off x="9169292" y="4247888"/>
                <a:ext cx="0" cy="483665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A619F1DB-24F8-140E-DFF0-6969CC45465A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109" name="직선 연결선 108">
                  <a:extLst>
                    <a:ext uri="{FF2B5EF4-FFF2-40B4-BE49-F238E27FC236}">
                      <a16:creationId xmlns:a16="http://schemas.microsoft.com/office/drawing/2014/main" id="{DAB07A37-74F0-E0F0-52A3-09735ADA651E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>
                  <a:extLst>
                    <a:ext uri="{FF2B5EF4-FFF2-40B4-BE49-F238E27FC236}">
                      <a16:creationId xmlns:a16="http://schemas.microsoft.com/office/drawing/2014/main" id="{C76859FB-CF99-A451-F60D-28B9D998124B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>
                  <a:extLst>
                    <a:ext uri="{FF2B5EF4-FFF2-40B4-BE49-F238E27FC236}">
                      <a16:creationId xmlns:a16="http://schemas.microsoft.com/office/drawing/2014/main" id="{01386190-50D1-466A-7601-91EE1FEF901A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810DC7E2-2886-8A92-85DC-E502641C5BD5}"/>
                  </a:ext>
                </a:extLst>
              </p:cNvPr>
              <p:cNvCxnSpPr/>
              <p:nvPr/>
            </p:nvCxnSpPr>
            <p:spPr>
              <a:xfrm rot="16200000" flipH="1">
                <a:off x="8415868" y="5011668"/>
                <a:ext cx="102318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8D5B5FA5-3357-261C-A770-6B08A17523F8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4BCA222F-8631-6A0F-1854-0D9206AE527F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0882A7EB-E31E-C2D2-15D5-AB98E65D67E9}"/>
                  </a:ext>
                </a:extLst>
              </p:cNvPr>
              <p:cNvCxnSpPr/>
              <p:nvPr/>
            </p:nvCxnSpPr>
            <p:spPr>
              <a:xfrm rot="16200000">
                <a:off x="8685625" y="5331259"/>
                <a:ext cx="0" cy="483673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0E395C3-525C-6CF8-83F1-A257CFF4C45A}"/>
                  </a:ext>
                </a:extLst>
              </p:cNvPr>
              <p:cNvCxnSpPr/>
              <p:nvPr/>
            </p:nvCxnSpPr>
            <p:spPr>
              <a:xfrm>
                <a:off x="8568869" y="545469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E77E289A-EF48-6957-F39B-1D7DD5C2DDAE}"/>
                  </a:ext>
                </a:extLst>
              </p:cNvPr>
              <p:cNvSpPr/>
              <p:nvPr/>
            </p:nvSpPr>
            <p:spPr>
              <a:xfrm>
                <a:off x="8577895" y="5485753"/>
                <a:ext cx="194805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F628801-6AEA-7095-F916-5F9C2524E8B5}"/>
                </a:ext>
              </a:extLst>
            </p:cNvPr>
            <p:cNvGrpSpPr/>
            <p:nvPr/>
          </p:nvGrpSpPr>
          <p:grpSpPr>
            <a:xfrm rot="16200000" flipH="1">
              <a:off x="6430295" y="5201829"/>
              <a:ext cx="726775" cy="992873"/>
              <a:chOff x="8443788" y="4369985"/>
              <a:chExt cx="967339" cy="1321513"/>
            </a:xfrm>
          </p:grpSpPr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3CCC0AF7-5E8F-8681-016F-34FF71FE1C00}"/>
                  </a:ext>
                </a:extLst>
              </p:cNvPr>
              <p:cNvCxnSpPr/>
              <p:nvPr/>
            </p:nvCxnSpPr>
            <p:spPr>
              <a:xfrm rot="16200000">
                <a:off x="9169292" y="4247888"/>
                <a:ext cx="0" cy="483665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E8D2EDEE-9EAB-4C64-2C86-01A0342869C3}"/>
                  </a:ext>
                </a:extLst>
              </p:cNvPr>
              <p:cNvGrpSpPr/>
              <p:nvPr/>
            </p:nvGrpSpPr>
            <p:grpSpPr>
              <a:xfrm>
                <a:off x="9288888" y="4372655"/>
                <a:ext cx="122239" cy="236801"/>
                <a:chOff x="2297548" y="3782508"/>
                <a:chExt cx="122239" cy="236801"/>
              </a:xfrm>
            </p:grpSpPr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DE41FD89-2E25-4237-B099-0983D488D120}"/>
                    </a:ext>
                  </a:extLst>
                </p:cNvPr>
                <p:cNvCxnSpPr/>
                <p:nvPr/>
              </p:nvCxnSpPr>
              <p:spPr>
                <a:xfrm flipV="1">
                  <a:off x="2297548" y="3782508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11BB6612-A386-ABF2-F390-2CF0155DC545}"/>
                    </a:ext>
                  </a:extLst>
                </p:cNvPr>
                <p:cNvCxnSpPr/>
                <p:nvPr/>
              </p:nvCxnSpPr>
              <p:spPr>
                <a:xfrm>
                  <a:off x="2297548" y="3897072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84C1CF95-4321-BDE8-481E-A3F8CF55AC4E}"/>
                    </a:ext>
                  </a:extLst>
                </p:cNvPr>
                <p:cNvCxnSpPr/>
                <p:nvPr/>
              </p:nvCxnSpPr>
              <p:spPr>
                <a:xfrm>
                  <a:off x="2297548" y="3900404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92EFFEB2-2A47-D4C9-D517-4E7BCD240A79}"/>
                  </a:ext>
                </a:extLst>
              </p:cNvPr>
              <p:cNvCxnSpPr/>
              <p:nvPr/>
            </p:nvCxnSpPr>
            <p:spPr>
              <a:xfrm rot="16200000" flipH="1">
                <a:off x="8415868" y="5011668"/>
                <a:ext cx="102318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BF044679-A051-C334-5F5E-CEBC62241B44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2613D721-4D57-6382-FB37-4260E6B303C4}"/>
                  </a:ext>
                </a:extLst>
              </p:cNvPr>
              <p:cNvSpPr/>
              <p:nvPr/>
            </p:nvSpPr>
            <p:spPr>
              <a:xfrm>
                <a:off x="9094080" y="4393653"/>
                <a:ext cx="194806" cy="19480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63BFAA7B-12E4-18A9-D821-A225F0C954ED}"/>
                  </a:ext>
                </a:extLst>
              </p:cNvPr>
              <p:cNvCxnSpPr/>
              <p:nvPr/>
            </p:nvCxnSpPr>
            <p:spPr>
              <a:xfrm rot="16200000">
                <a:off x="8685625" y="5331259"/>
                <a:ext cx="0" cy="483673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6CF12CB3-28B2-864C-2F54-2D4D6AEE4E9B}"/>
                  </a:ext>
                </a:extLst>
              </p:cNvPr>
              <p:cNvCxnSpPr/>
              <p:nvPr/>
            </p:nvCxnSpPr>
            <p:spPr>
              <a:xfrm>
                <a:off x="8568869" y="545469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4B8FC88-D8B4-14AC-230E-AA07F206B60B}"/>
                </a:ext>
              </a:extLst>
            </p:cNvPr>
            <p:cNvSpPr/>
            <p:nvPr/>
          </p:nvSpPr>
          <p:spPr>
            <a:xfrm>
              <a:off x="2325644" y="5477015"/>
              <a:ext cx="790956" cy="46553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3FC01D6-65A2-1395-D695-7E18801E28A3}"/>
                </a:ext>
              </a:extLst>
            </p:cNvPr>
            <p:cNvSpPr/>
            <p:nvPr/>
          </p:nvSpPr>
          <p:spPr>
            <a:xfrm>
              <a:off x="2325644" y="6061650"/>
              <a:ext cx="790956" cy="46553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DA16E6-F202-F1BB-04CB-35B1EF65B7A6}"/>
                </a:ext>
              </a:extLst>
            </p:cNvPr>
            <p:cNvSpPr txBox="1"/>
            <p:nvPr/>
          </p:nvSpPr>
          <p:spPr>
            <a:xfrm>
              <a:off x="1774252" y="1072570"/>
              <a:ext cx="722720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A</a:t>
              </a:r>
              <a:endPara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53" name="모서리가 둥근 직사각형 310">
              <a:extLst>
                <a:ext uri="{FF2B5EF4-FFF2-40B4-BE49-F238E27FC236}">
                  <a16:creationId xmlns:a16="http://schemas.microsoft.com/office/drawing/2014/main" id="{44F437E3-DEB3-A5A4-F4A1-CC928D7B6CCC}"/>
                </a:ext>
              </a:extLst>
            </p:cNvPr>
            <p:cNvSpPr/>
            <p:nvPr/>
          </p:nvSpPr>
          <p:spPr>
            <a:xfrm>
              <a:off x="1854978" y="1383155"/>
              <a:ext cx="3979351" cy="1807250"/>
            </a:xfrm>
            <a:prstGeom prst="roundRect">
              <a:avLst>
                <a:gd name="adj" fmla="val 1912"/>
              </a:avLst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4" name="모서리가 둥근 직사각형 311">
              <a:extLst>
                <a:ext uri="{FF2B5EF4-FFF2-40B4-BE49-F238E27FC236}">
                  <a16:creationId xmlns:a16="http://schemas.microsoft.com/office/drawing/2014/main" id="{BB789B9F-0524-C2DC-E5D9-FECBA7961218}"/>
                </a:ext>
              </a:extLst>
            </p:cNvPr>
            <p:cNvSpPr/>
            <p:nvPr/>
          </p:nvSpPr>
          <p:spPr>
            <a:xfrm>
              <a:off x="5937462" y="2605497"/>
              <a:ext cx="3944523" cy="2763963"/>
            </a:xfrm>
            <a:prstGeom prst="roundRect">
              <a:avLst>
                <a:gd name="adj" fmla="val 1912"/>
              </a:avLst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8B0BF52-759C-F0F6-B4E2-39F989661B74}"/>
                </a:ext>
              </a:extLst>
            </p:cNvPr>
            <p:cNvSpPr txBox="1"/>
            <p:nvPr/>
          </p:nvSpPr>
          <p:spPr>
            <a:xfrm>
              <a:off x="9383911" y="2267210"/>
              <a:ext cx="542990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D</a:t>
              </a:r>
              <a:endPara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56" name="모서리가 둥근 직사각형 315">
              <a:extLst>
                <a:ext uri="{FF2B5EF4-FFF2-40B4-BE49-F238E27FC236}">
                  <a16:creationId xmlns:a16="http://schemas.microsoft.com/office/drawing/2014/main" id="{8E0BA889-8BCE-4416-D2F6-E0BF9B38484C}"/>
                </a:ext>
              </a:extLst>
            </p:cNvPr>
            <p:cNvSpPr/>
            <p:nvPr/>
          </p:nvSpPr>
          <p:spPr>
            <a:xfrm>
              <a:off x="5937462" y="5776726"/>
              <a:ext cx="2942925" cy="810676"/>
            </a:xfrm>
            <a:prstGeom prst="roundRect">
              <a:avLst>
                <a:gd name="adj" fmla="val 1912"/>
              </a:avLst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7" name="모서리가 둥근 직사각형 317">
              <a:extLst>
                <a:ext uri="{FF2B5EF4-FFF2-40B4-BE49-F238E27FC236}">
                  <a16:creationId xmlns:a16="http://schemas.microsoft.com/office/drawing/2014/main" id="{19E03959-2067-8F5B-CD03-D8E1FF0AEAF7}"/>
                </a:ext>
              </a:extLst>
            </p:cNvPr>
            <p:cNvSpPr/>
            <p:nvPr/>
          </p:nvSpPr>
          <p:spPr>
            <a:xfrm>
              <a:off x="2276958" y="5424257"/>
              <a:ext cx="2146638" cy="1163144"/>
            </a:xfrm>
            <a:prstGeom prst="roundRect">
              <a:avLst>
                <a:gd name="adj" fmla="val 1912"/>
              </a:avLst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8" name="모서리가 둥근 직사각형 318">
              <a:extLst>
                <a:ext uri="{FF2B5EF4-FFF2-40B4-BE49-F238E27FC236}">
                  <a16:creationId xmlns:a16="http://schemas.microsoft.com/office/drawing/2014/main" id="{473AC414-759B-56F7-0F64-F98EBD45CBDD}"/>
                </a:ext>
              </a:extLst>
            </p:cNvPr>
            <p:cNvSpPr/>
            <p:nvPr/>
          </p:nvSpPr>
          <p:spPr>
            <a:xfrm>
              <a:off x="3913717" y="499924"/>
              <a:ext cx="4966670" cy="555029"/>
            </a:xfrm>
            <a:prstGeom prst="roundRect">
              <a:avLst>
                <a:gd name="adj" fmla="val 1912"/>
              </a:avLst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70C534E-BB66-2FD5-7141-D7F599BC53F3}"/>
                </a:ext>
              </a:extLst>
            </p:cNvPr>
            <p:cNvSpPr txBox="1"/>
            <p:nvPr/>
          </p:nvSpPr>
          <p:spPr>
            <a:xfrm>
              <a:off x="1680173" y="5427476"/>
              <a:ext cx="722720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F</a:t>
              </a:r>
              <a:endPara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AA7CC4F-58CC-F571-026B-8431AD818EDD}"/>
                </a:ext>
              </a:extLst>
            </p:cNvPr>
            <p:cNvSpPr txBox="1"/>
            <p:nvPr/>
          </p:nvSpPr>
          <p:spPr>
            <a:xfrm>
              <a:off x="5771743" y="5478578"/>
              <a:ext cx="722720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E</a:t>
              </a:r>
              <a:endPara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1" name="모서리가 둥근 직사각형 327">
              <a:extLst>
                <a:ext uri="{FF2B5EF4-FFF2-40B4-BE49-F238E27FC236}">
                  <a16:creationId xmlns:a16="http://schemas.microsoft.com/office/drawing/2014/main" id="{949C7723-FEE8-7825-52BD-440D9D149CD6}"/>
                </a:ext>
              </a:extLst>
            </p:cNvPr>
            <p:cNvSpPr/>
            <p:nvPr/>
          </p:nvSpPr>
          <p:spPr>
            <a:xfrm>
              <a:off x="6967804" y="1374053"/>
              <a:ext cx="2914181" cy="553148"/>
            </a:xfrm>
            <a:prstGeom prst="roundRect">
              <a:avLst>
                <a:gd name="adj" fmla="val 1912"/>
              </a:avLst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E5AA46E-7225-0E69-9E79-8440F80CD292}"/>
                </a:ext>
              </a:extLst>
            </p:cNvPr>
            <p:cNvSpPr txBox="1"/>
            <p:nvPr/>
          </p:nvSpPr>
          <p:spPr>
            <a:xfrm>
              <a:off x="9378143" y="1034044"/>
              <a:ext cx="542990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</a:t>
              </a:r>
              <a:endPara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C15C7A6-E52B-11E6-820A-43D391210156}"/>
                </a:ext>
              </a:extLst>
            </p:cNvPr>
            <p:cNvSpPr txBox="1"/>
            <p:nvPr/>
          </p:nvSpPr>
          <p:spPr>
            <a:xfrm>
              <a:off x="8216255" y="188376"/>
              <a:ext cx="722720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B</a:t>
              </a:r>
              <a:endPara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9055A08-DC53-C2EB-CA3C-2775AA6D8CAC}"/>
                </a:ext>
              </a:extLst>
            </p:cNvPr>
            <p:cNvSpPr txBox="1"/>
            <p:nvPr/>
          </p:nvSpPr>
          <p:spPr>
            <a:xfrm>
              <a:off x="4960852" y="1981946"/>
              <a:ext cx="5244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Type</a:t>
              </a:r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37903D-3B30-F92A-D587-FD8C47F4E68C}"/>
                </a:ext>
              </a:extLst>
            </p:cNvPr>
            <p:cNvSpPr txBox="1"/>
            <p:nvPr/>
          </p:nvSpPr>
          <p:spPr>
            <a:xfrm>
              <a:off x="7462054" y="3486636"/>
              <a:ext cx="5244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Type</a:t>
              </a:r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92F5473F-A8EB-F9AF-0E5E-D75DF9CCD792}"/>
                </a:ext>
              </a:extLst>
            </p:cNvPr>
            <p:cNvSpPr/>
            <p:nvPr/>
          </p:nvSpPr>
          <p:spPr>
            <a:xfrm>
              <a:off x="3574711" y="6061650"/>
              <a:ext cx="790956" cy="46553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5077FDA9-BEED-3041-5C29-BDC52BD7DF1E}"/>
                </a:ext>
              </a:extLst>
            </p:cNvPr>
            <p:cNvGrpSpPr/>
            <p:nvPr/>
          </p:nvGrpSpPr>
          <p:grpSpPr>
            <a:xfrm>
              <a:off x="3116600" y="6182064"/>
              <a:ext cx="458111" cy="217149"/>
              <a:chOff x="3116600" y="6182064"/>
              <a:chExt cx="458111" cy="217149"/>
            </a:xfrm>
          </p:grpSpPr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F2065748-08A7-E124-7624-FEC27FFFDD63}"/>
                  </a:ext>
                </a:extLst>
              </p:cNvPr>
              <p:cNvCxnSpPr/>
              <p:nvPr/>
            </p:nvCxnSpPr>
            <p:spPr>
              <a:xfrm flipH="1">
                <a:off x="3207143" y="6182064"/>
                <a:ext cx="1" cy="21714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0D9900D5-458A-2057-BF34-D659D21562B1}"/>
                  </a:ext>
                </a:extLst>
              </p:cNvPr>
              <p:cNvCxnSpPr/>
              <p:nvPr/>
            </p:nvCxnSpPr>
            <p:spPr>
              <a:xfrm flipV="1">
                <a:off x="3116600" y="6292875"/>
                <a:ext cx="458111" cy="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9E9EEEE3-C215-2ABB-1C5A-D6B0C528307B}"/>
                  </a:ext>
                </a:extLst>
              </p:cNvPr>
              <p:cNvCxnSpPr/>
              <p:nvPr/>
            </p:nvCxnSpPr>
            <p:spPr>
              <a:xfrm flipH="1">
                <a:off x="3488676" y="6182064"/>
                <a:ext cx="1" cy="21714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BA0456E-4056-B576-1E38-3A3FDCE89E42}"/>
                </a:ext>
              </a:extLst>
            </p:cNvPr>
            <p:cNvSpPr/>
            <p:nvPr/>
          </p:nvSpPr>
          <p:spPr>
            <a:xfrm>
              <a:off x="9048776" y="4867380"/>
              <a:ext cx="790956" cy="465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5208A297-77C8-0FAB-0523-4332E2D68D40}"/>
                </a:ext>
              </a:extLst>
            </p:cNvPr>
            <p:cNvGrpSpPr/>
            <p:nvPr/>
          </p:nvGrpSpPr>
          <p:grpSpPr>
            <a:xfrm rot="10800000">
              <a:off x="7805845" y="5012193"/>
              <a:ext cx="1242933" cy="177912"/>
              <a:chOff x="7756782" y="4369985"/>
              <a:chExt cx="1654344" cy="236801"/>
            </a:xfrm>
          </p:grpSpPr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006C3D5C-3A52-6C3A-A0C1-8C117A4CB909}"/>
                  </a:ext>
                </a:extLst>
              </p:cNvPr>
              <p:cNvCxnSpPr/>
              <p:nvPr/>
            </p:nvCxnSpPr>
            <p:spPr>
              <a:xfrm rot="10800000" flipH="1">
                <a:off x="7756782" y="4494892"/>
                <a:ext cx="1654344" cy="0"/>
              </a:xfrm>
              <a:prstGeom prst="line">
                <a:avLst/>
              </a:prstGeom>
              <a:ln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3908136A-DF38-BB8D-E30D-64DE9F24850D}"/>
                  </a:ext>
                </a:extLst>
              </p:cNvPr>
              <p:cNvCxnSpPr/>
              <p:nvPr/>
            </p:nvCxnSpPr>
            <p:spPr>
              <a:xfrm>
                <a:off x="7898675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3C657F31-0739-3277-F407-2C1A580694CF}"/>
                  </a:ext>
                </a:extLst>
              </p:cNvPr>
              <p:cNvCxnSpPr/>
              <p:nvPr/>
            </p:nvCxnSpPr>
            <p:spPr>
              <a:xfrm>
                <a:off x="9288888" y="4369985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5718A107-6935-15EF-B0CD-B094768189B9}"/>
                </a:ext>
              </a:extLst>
            </p:cNvPr>
            <p:cNvSpPr/>
            <p:nvPr/>
          </p:nvSpPr>
          <p:spPr>
            <a:xfrm>
              <a:off x="3959176" y="541681"/>
              <a:ext cx="790956" cy="4655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ACF2845B-F640-8304-E8E2-3D5AB0A36ED5}"/>
                </a:ext>
              </a:extLst>
            </p:cNvPr>
            <p:cNvGrpSpPr/>
            <p:nvPr/>
          </p:nvGrpSpPr>
          <p:grpSpPr>
            <a:xfrm>
              <a:off x="4750132" y="595985"/>
              <a:ext cx="1247810" cy="177912"/>
              <a:chOff x="4750132" y="595985"/>
              <a:chExt cx="1247810" cy="177912"/>
            </a:xfrm>
          </p:grpSpPr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717EBFC7-2E83-2CFE-B710-4BBD4C75922E}"/>
                  </a:ext>
                </a:extLst>
              </p:cNvPr>
              <p:cNvCxnSpPr/>
              <p:nvPr/>
            </p:nvCxnSpPr>
            <p:spPr>
              <a:xfrm flipH="1">
                <a:off x="4750132" y="683940"/>
                <a:ext cx="1247810" cy="0"/>
              </a:xfrm>
              <a:prstGeom prst="line">
                <a:avLst/>
              </a:prstGeom>
              <a:ln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7737F925-0693-BA31-6F6F-A2D9D139AF54}"/>
                  </a:ext>
                </a:extLst>
              </p:cNvPr>
              <p:cNvCxnSpPr/>
              <p:nvPr/>
            </p:nvCxnSpPr>
            <p:spPr>
              <a:xfrm rot="10800000">
                <a:off x="5901222" y="595985"/>
                <a:ext cx="0" cy="1779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B91D8DE6-DD5A-3DFD-6BF9-AF75DAF47CE9}"/>
                  </a:ext>
                </a:extLst>
              </p:cNvPr>
              <p:cNvCxnSpPr/>
              <p:nvPr/>
            </p:nvCxnSpPr>
            <p:spPr>
              <a:xfrm rot="10800000">
                <a:off x="4860788" y="595985"/>
                <a:ext cx="0" cy="1779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844637A-332D-AA6E-8680-D44DDB9934B4}"/>
                </a:ext>
              </a:extLst>
            </p:cNvPr>
            <p:cNvSpPr/>
            <p:nvPr/>
          </p:nvSpPr>
          <p:spPr>
            <a:xfrm>
              <a:off x="9050367" y="1420772"/>
              <a:ext cx="790956" cy="4655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2345EE8D-89CC-EF2A-5EF6-506039983931}"/>
                </a:ext>
              </a:extLst>
            </p:cNvPr>
            <p:cNvGrpSpPr/>
            <p:nvPr/>
          </p:nvGrpSpPr>
          <p:grpSpPr>
            <a:xfrm>
              <a:off x="7811608" y="1565835"/>
              <a:ext cx="1237964" cy="179918"/>
              <a:chOff x="7767869" y="4382017"/>
              <a:chExt cx="1647730" cy="239471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76DFE8A8-8D02-0F40-6EA4-54965689E14E}"/>
                  </a:ext>
                </a:extLst>
              </p:cNvPr>
              <p:cNvCxnSpPr/>
              <p:nvPr/>
            </p:nvCxnSpPr>
            <p:spPr>
              <a:xfrm>
                <a:off x="7767869" y="4498748"/>
                <a:ext cx="1647730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1B591236-30F4-5397-45B1-3FCF543FAB76}"/>
                  </a:ext>
                </a:extLst>
              </p:cNvPr>
              <p:cNvGrpSpPr/>
              <p:nvPr/>
            </p:nvGrpSpPr>
            <p:grpSpPr>
              <a:xfrm>
                <a:off x="9268395" y="4384687"/>
                <a:ext cx="142732" cy="236801"/>
                <a:chOff x="2277055" y="3794540"/>
                <a:chExt cx="142732" cy="236801"/>
              </a:xfrm>
            </p:grpSpPr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5E237F0E-96D1-18AD-9FC3-0B4A525E53AD}"/>
                    </a:ext>
                  </a:extLst>
                </p:cNvPr>
                <p:cNvCxnSpPr/>
                <p:nvPr/>
              </p:nvCxnSpPr>
              <p:spPr>
                <a:xfrm flipV="1">
                  <a:off x="2277055" y="3794540"/>
                  <a:ext cx="122236" cy="12223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A4385E2-4C2D-04F4-7A21-745AE961AC4D}"/>
                    </a:ext>
                  </a:extLst>
                </p:cNvPr>
                <p:cNvCxnSpPr/>
                <p:nvPr/>
              </p:nvCxnSpPr>
              <p:spPr>
                <a:xfrm>
                  <a:off x="2297548" y="3909104"/>
                  <a:ext cx="122237" cy="1222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B870963C-06B2-E025-9D02-A34F2E14587B}"/>
                    </a:ext>
                  </a:extLst>
                </p:cNvPr>
                <p:cNvCxnSpPr/>
                <p:nvPr/>
              </p:nvCxnSpPr>
              <p:spPr>
                <a:xfrm>
                  <a:off x="2297548" y="3912438"/>
                  <a:ext cx="1222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85D487ED-F477-4940-7D67-26C69F19F2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8888" y="438201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B7A48F63-81BC-7B44-36B0-07D611B2751F}"/>
                  </a:ext>
                </a:extLst>
              </p:cNvPr>
              <p:cNvSpPr/>
              <p:nvPr/>
            </p:nvSpPr>
            <p:spPr>
              <a:xfrm>
                <a:off x="9094080" y="4405692"/>
                <a:ext cx="194806" cy="194807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BA531152-D7FF-EEF1-EE81-C2EABAFAA571}"/>
                  </a:ext>
                </a:extLst>
              </p:cNvPr>
              <p:cNvCxnSpPr/>
              <p:nvPr/>
            </p:nvCxnSpPr>
            <p:spPr>
              <a:xfrm>
                <a:off x="7899621" y="4382017"/>
                <a:ext cx="0" cy="2368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8033F670-F52B-D055-B065-B0C191F6D00B}"/>
              </a:ext>
            </a:extLst>
          </p:cNvPr>
          <p:cNvCxnSpPr>
            <a:cxnSpLocks/>
          </p:cNvCxnSpPr>
          <p:nvPr/>
        </p:nvCxnSpPr>
        <p:spPr>
          <a:xfrm rot="16200000">
            <a:off x="2529751" y="2884591"/>
            <a:ext cx="3886" cy="6372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순서도: 지연 251">
            <a:extLst>
              <a:ext uri="{FF2B5EF4-FFF2-40B4-BE49-F238E27FC236}">
                <a16:creationId xmlns:a16="http://schemas.microsoft.com/office/drawing/2014/main" id="{1110BCDC-D044-14EE-3FA1-CB61C830F8B7}"/>
              </a:ext>
            </a:extLst>
          </p:cNvPr>
          <p:cNvSpPr/>
          <p:nvPr/>
        </p:nvSpPr>
        <p:spPr>
          <a:xfrm rot="10800000">
            <a:off x="2405175" y="3036690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53" name="직선 연결선 252">
            <a:extLst>
              <a:ext uri="{FF2B5EF4-FFF2-40B4-BE49-F238E27FC236}">
                <a16:creationId xmlns:a16="http://schemas.microsoft.com/office/drawing/2014/main" id="{4E1630A0-0F65-A166-6299-384A389641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9754" y="3109669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직선 연결선 253">
            <a:extLst>
              <a:ext uri="{FF2B5EF4-FFF2-40B4-BE49-F238E27FC236}">
                <a16:creationId xmlns:a16="http://schemas.microsoft.com/office/drawing/2014/main" id="{54129222-9CB0-FC3F-80B3-44CEDBF98C90}"/>
              </a:ext>
            </a:extLst>
          </p:cNvPr>
          <p:cNvCxnSpPr>
            <a:cxnSpLocks/>
          </p:cNvCxnSpPr>
          <p:nvPr/>
        </p:nvCxnSpPr>
        <p:spPr>
          <a:xfrm rot="16200000">
            <a:off x="2468585" y="3101907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751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FF739B6-FE53-DA8D-1EA2-A910E55D681F}"/>
              </a:ext>
            </a:extLst>
          </p:cNvPr>
          <p:cNvGrpSpPr/>
          <p:nvPr/>
        </p:nvGrpSpPr>
        <p:grpSpPr>
          <a:xfrm>
            <a:off x="2863025" y="415602"/>
            <a:ext cx="1422696" cy="1817802"/>
            <a:chOff x="330981" y="494341"/>
            <a:chExt cx="1207186" cy="141971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85ADFA5-75FB-7B1E-D4D8-42C42C19BFA2}"/>
                </a:ext>
              </a:extLst>
            </p:cNvPr>
            <p:cNvSpPr/>
            <p:nvPr/>
          </p:nvSpPr>
          <p:spPr>
            <a:xfrm>
              <a:off x="397802" y="698677"/>
              <a:ext cx="1104607" cy="1021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7CCD2DC-A660-6083-18E9-545928039B6E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78EFCE-6994-FDF7-9E3C-9CF2D046CFAD}"/>
                </a:ext>
              </a:extLst>
            </p:cNvPr>
            <p:cNvSpPr txBox="1"/>
            <p:nvPr/>
          </p:nvSpPr>
          <p:spPr>
            <a:xfrm>
              <a:off x="403073" y="704136"/>
              <a:ext cx="1104607" cy="19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ID</a:t>
              </a:r>
              <a:endParaRPr lang="ko-KR" altLang="en-US" sz="1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D55D4F-579F-A468-A8D4-1024FDDC4376}"/>
                </a:ext>
              </a:extLst>
            </p:cNvPr>
            <p:cNvSpPr txBox="1"/>
            <p:nvPr/>
          </p:nvSpPr>
          <p:spPr>
            <a:xfrm>
              <a:off x="403073" y="880441"/>
              <a:ext cx="1104607" cy="1033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email</a:t>
              </a:r>
            </a:p>
            <a:p>
              <a:r>
                <a:rPr lang="en-US" altLang="ko-KR" sz="1000" dirty="0"/>
                <a:t>password</a:t>
              </a:r>
            </a:p>
            <a:p>
              <a:r>
                <a:rPr lang="en-US" altLang="ko-KR" sz="1000" dirty="0"/>
                <a:t>name</a:t>
              </a:r>
            </a:p>
            <a:p>
              <a:r>
                <a:rPr lang="en-US" altLang="ko-KR" sz="1000" dirty="0" err="1"/>
                <a:t>phone_num</a:t>
              </a:r>
              <a:endParaRPr lang="en-US" altLang="ko-KR" sz="1000" dirty="0"/>
            </a:p>
            <a:p>
              <a:r>
                <a:rPr lang="en-US" altLang="ko-KR" sz="1000" dirty="0"/>
                <a:t>role</a:t>
              </a:r>
            </a:p>
            <a:p>
              <a:r>
                <a:rPr lang="en-US" altLang="ko-KR" sz="1000" dirty="0" err="1"/>
                <a:t>created_at</a:t>
              </a:r>
              <a:endParaRPr lang="en-US" altLang="ko-KR" sz="1000" dirty="0"/>
            </a:p>
            <a:p>
              <a:endParaRPr lang="en-US" altLang="ko-KR" sz="1000" dirty="0"/>
            </a:p>
            <a:p>
              <a:endParaRPr lang="en-US" altLang="ko-KR" sz="10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026BC4-4150-0690-236B-4E73DA27959F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67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Member</a:t>
              </a:r>
              <a:endParaRPr lang="ko-KR" altLang="en-US" sz="10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FF739B6-FE53-DA8D-1EA2-A910E55D681F}"/>
              </a:ext>
            </a:extLst>
          </p:cNvPr>
          <p:cNvGrpSpPr/>
          <p:nvPr/>
        </p:nvGrpSpPr>
        <p:grpSpPr>
          <a:xfrm>
            <a:off x="2219886" y="2955977"/>
            <a:ext cx="1422696" cy="1355274"/>
            <a:chOff x="330981" y="494341"/>
            <a:chExt cx="1207186" cy="104699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85ADFA5-75FB-7B1E-D4D8-42C42C19BFA2}"/>
                </a:ext>
              </a:extLst>
            </p:cNvPr>
            <p:cNvSpPr/>
            <p:nvPr/>
          </p:nvSpPr>
          <p:spPr>
            <a:xfrm>
              <a:off x="397802" y="698678"/>
              <a:ext cx="1104607" cy="65353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7CCD2DC-A660-6083-18E9-545928039B6E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78EFCE-6994-FDF7-9E3C-9CF2D046CFAD}"/>
                </a:ext>
              </a:extLst>
            </p:cNvPr>
            <p:cNvSpPr txBox="1"/>
            <p:nvPr/>
          </p:nvSpPr>
          <p:spPr>
            <a:xfrm>
              <a:off x="403073" y="704136"/>
              <a:ext cx="1104607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Member_id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 </a:t>
              </a:r>
              <a:endParaRPr lang="ko-KR" altLang="en-US" sz="1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D55D4F-579F-A468-A8D4-1024FDDC4376}"/>
                </a:ext>
              </a:extLst>
            </p:cNvPr>
            <p:cNvSpPr txBox="1"/>
            <p:nvPr/>
          </p:nvSpPr>
          <p:spPr>
            <a:xfrm>
              <a:off x="382271" y="875585"/>
              <a:ext cx="1104607" cy="665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birth_date</a:t>
              </a:r>
              <a:endParaRPr lang="en-US" altLang="ko-KR" sz="1000" dirty="0"/>
            </a:p>
            <a:p>
              <a:r>
                <a:rPr lang="en-US" altLang="ko-KR" sz="1000" dirty="0"/>
                <a:t>gender</a:t>
              </a:r>
            </a:p>
            <a:p>
              <a:r>
                <a:rPr lang="en-US" altLang="ko-KR" sz="1000" dirty="0" err="1"/>
                <a:t>social_type</a:t>
              </a:r>
              <a:endParaRPr lang="en-US" altLang="ko-KR" sz="1000" dirty="0"/>
            </a:p>
            <a:p>
              <a:endParaRPr lang="en-US" altLang="ko-KR" sz="1000" dirty="0"/>
            </a:p>
            <a:p>
              <a:endParaRPr lang="en-US" altLang="ko-KR" sz="1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E026BC4-4150-0690-236B-4E73DA27959F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/>
                <a:t>PatientDetail</a:t>
              </a:r>
              <a:endParaRPr lang="ko-KR" altLang="en-US" sz="100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F739B6-FE53-DA8D-1EA2-A910E55D681F}"/>
              </a:ext>
            </a:extLst>
          </p:cNvPr>
          <p:cNvGrpSpPr/>
          <p:nvPr/>
        </p:nvGrpSpPr>
        <p:grpSpPr>
          <a:xfrm>
            <a:off x="3961458" y="2943670"/>
            <a:ext cx="1422696" cy="1049704"/>
            <a:chOff x="330981" y="494341"/>
            <a:chExt cx="1207186" cy="81092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85ADFA5-75FB-7B1E-D4D8-42C42C19BFA2}"/>
                </a:ext>
              </a:extLst>
            </p:cNvPr>
            <p:cNvSpPr/>
            <p:nvPr/>
          </p:nvSpPr>
          <p:spPr>
            <a:xfrm>
              <a:off x="397802" y="698679"/>
              <a:ext cx="1104607" cy="5192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D7CCD2DC-A660-6083-18E9-545928039B6E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78EFCE-6994-FDF7-9E3C-9CF2D046CFAD}"/>
                </a:ext>
              </a:extLst>
            </p:cNvPr>
            <p:cNvSpPr txBox="1"/>
            <p:nvPr/>
          </p:nvSpPr>
          <p:spPr>
            <a:xfrm>
              <a:off x="403073" y="704136"/>
              <a:ext cx="1104607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Member_id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 </a:t>
              </a:r>
              <a:endParaRPr lang="ko-KR" altLang="en-US" sz="1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D55D4F-579F-A468-A8D4-1024FDDC4376}"/>
                </a:ext>
              </a:extLst>
            </p:cNvPr>
            <p:cNvSpPr txBox="1"/>
            <p:nvPr/>
          </p:nvSpPr>
          <p:spPr>
            <a:xfrm>
              <a:off x="377000" y="877289"/>
              <a:ext cx="1104607" cy="427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license_num</a:t>
              </a:r>
              <a:endParaRPr lang="en-US" altLang="ko-KR" sz="1000" dirty="0"/>
            </a:p>
            <a:p>
              <a:r>
                <a:rPr lang="en-US" altLang="ko-KR" sz="1000" dirty="0" err="1"/>
                <a:t>Hospital_id</a:t>
              </a:r>
              <a:r>
                <a:rPr lang="en-US" altLang="ko-KR" sz="1000" dirty="0"/>
                <a:t>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endParaRPr lang="en-US" altLang="ko-KR" sz="1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026BC4-4150-0690-236B-4E73DA27959F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/>
                <a:t>HospitalAdminDetail</a:t>
              </a:r>
              <a:r>
                <a:rPr lang="en-US" altLang="ko-KR" sz="1000" dirty="0"/>
                <a:t> </a:t>
              </a:r>
              <a:endParaRPr lang="ko-KR" altLang="en-US" sz="1000" dirty="0"/>
            </a:p>
          </p:txBody>
        </p:sp>
      </p:grp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347DB9A-7634-4397-AD93-E3BDB1FBAF97}"/>
              </a:ext>
            </a:extLst>
          </p:cNvPr>
          <p:cNvCxnSpPr/>
          <p:nvPr/>
        </p:nvCxnSpPr>
        <p:spPr>
          <a:xfrm>
            <a:off x="3077803" y="2390959"/>
            <a:ext cx="1" cy="3911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226AE14-1695-F999-D55F-7AC861755DC9}"/>
              </a:ext>
            </a:extLst>
          </p:cNvPr>
          <p:cNvCxnSpPr/>
          <p:nvPr/>
        </p:nvCxnSpPr>
        <p:spPr>
          <a:xfrm>
            <a:off x="4091733" y="2390959"/>
            <a:ext cx="1" cy="3911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83FEA82-9D4F-C43B-74AA-0484B239E275}"/>
              </a:ext>
            </a:extLst>
          </p:cNvPr>
          <p:cNvCxnSpPr/>
          <p:nvPr/>
        </p:nvCxnSpPr>
        <p:spPr>
          <a:xfrm flipH="1">
            <a:off x="3579059" y="2005377"/>
            <a:ext cx="1" cy="38558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129ECD4-A0CB-D9A9-AC4E-F85577375388}"/>
              </a:ext>
            </a:extLst>
          </p:cNvPr>
          <p:cNvCxnSpPr/>
          <p:nvPr/>
        </p:nvCxnSpPr>
        <p:spPr>
          <a:xfrm flipV="1">
            <a:off x="3076732" y="2390960"/>
            <a:ext cx="1015001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순서도: 지연 29">
            <a:extLst>
              <a:ext uri="{FF2B5EF4-FFF2-40B4-BE49-F238E27FC236}">
                <a16:creationId xmlns:a16="http://schemas.microsoft.com/office/drawing/2014/main" id="{D28CC021-491F-3D88-088D-0BB9C7FE8423}"/>
              </a:ext>
            </a:extLst>
          </p:cNvPr>
          <p:cNvSpPr/>
          <p:nvPr/>
        </p:nvSpPr>
        <p:spPr>
          <a:xfrm rot="16200000">
            <a:off x="3448069" y="2216122"/>
            <a:ext cx="266712" cy="2686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A8379F5-4584-38FE-B144-31E61F4B833F}"/>
              </a:ext>
            </a:extLst>
          </p:cNvPr>
          <p:cNvCxnSpPr/>
          <p:nvPr/>
        </p:nvCxnSpPr>
        <p:spPr>
          <a:xfrm>
            <a:off x="3447107" y="2322632"/>
            <a:ext cx="268635" cy="133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5644344-2E75-E304-20FB-2354C1DE5127}"/>
              </a:ext>
            </a:extLst>
          </p:cNvPr>
          <p:cNvCxnSpPr/>
          <p:nvPr/>
        </p:nvCxnSpPr>
        <p:spPr>
          <a:xfrm flipH="1">
            <a:off x="3442376" y="2322632"/>
            <a:ext cx="273366" cy="13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FF739B6-FE53-DA8D-1EA2-A910E55D681F}"/>
              </a:ext>
            </a:extLst>
          </p:cNvPr>
          <p:cNvGrpSpPr/>
          <p:nvPr/>
        </p:nvGrpSpPr>
        <p:grpSpPr>
          <a:xfrm>
            <a:off x="6901741" y="403475"/>
            <a:ext cx="1422696" cy="1509164"/>
            <a:chOff x="330981" y="494341"/>
            <a:chExt cx="1207186" cy="116587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85ADFA5-75FB-7B1E-D4D8-42C42C19BFA2}"/>
                </a:ext>
              </a:extLst>
            </p:cNvPr>
            <p:cNvSpPr/>
            <p:nvPr/>
          </p:nvSpPr>
          <p:spPr>
            <a:xfrm>
              <a:off x="397802" y="698678"/>
              <a:ext cx="1104607" cy="8648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7CCD2DC-A660-6083-18E9-545928039B6E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78EFCE-6994-FDF7-9E3C-9CF2D046CFAD}"/>
                </a:ext>
              </a:extLst>
            </p:cNvPr>
            <p:cNvSpPr txBox="1"/>
            <p:nvPr/>
          </p:nvSpPr>
          <p:spPr>
            <a:xfrm>
              <a:off x="403073" y="704136"/>
              <a:ext cx="110460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ID</a:t>
              </a:r>
              <a:endParaRPr lang="ko-KR" altLang="en-US" sz="10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1D55D4F-579F-A468-A8D4-1024FDDC4376}"/>
                </a:ext>
              </a:extLst>
            </p:cNvPr>
            <p:cNvSpPr txBox="1"/>
            <p:nvPr/>
          </p:nvSpPr>
          <p:spPr>
            <a:xfrm>
              <a:off x="382271" y="875585"/>
              <a:ext cx="1104607" cy="784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Member_id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 err="1"/>
                <a:t>Hospital_id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 err="1"/>
                <a:t>waiting_num</a:t>
              </a:r>
              <a:endParaRPr lang="en-US" altLang="ko-KR" sz="1000" dirty="0"/>
            </a:p>
            <a:p>
              <a:r>
                <a:rPr lang="en-US" altLang="ko-KR" sz="1000" dirty="0"/>
                <a:t>status	</a:t>
              </a:r>
            </a:p>
            <a:p>
              <a:r>
                <a:rPr lang="en-US" altLang="ko-KR" sz="1000" dirty="0" err="1"/>
                <a:t>created_at</a:t>
              </a:r>
              <a:endParaRPr lang="en-US" altLang="ko-KR" sz="1000" dirty="0"/>
            </a:p>
            <a:p>
              <a:endParaRPr lang="en-US" altLang="ko-KR" sz="10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E026BC4-4150-0690-236B-4E73DA27959F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Reservation</a:t>
              </a:r>
              <a:endParaRPr lang="ko-KR" altLang="en-US" sz="10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FF739B6-FE53-DA8D-1EA2-A910E55D681F}"/>
              </a:ext>
            </a:extLst>
          </p:cNvPr>
          <p:cNvGrpSpPr/>
          <p:nvPr/>
        </p:nvGrpSpPr>
        <p:grpSpPr>
          <a:xfrm>
            <a:off x="6689635" y="4796852"/>
            <a:ext cx="1800576" cy="1180482"/>
            <a:chOff x="330981" y="494341"/>
            <a:chExt cx="1207186" cy="1069179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85ADFA5-75FB-7B1E-D4D8-42C42C19BFA2}"/>
                </a:ext>
              </a:extLst>
            </p:cNvPr>
            <p:cNvSpPr/>
            <p:nvPr/>
          </p:nvSpPr>
          <p:spPr>
            <a:xfrm>
              <a:off x="397802" y="698678"/>
              <a:ext cx="1104607" cy="8648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D7CCD2DC-A660-6083-18E9-545928039B6E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978EFCE-6994-FDF7-9E3C-9CF2D046CFAD}"/>
                </a:ext>
              </a:extLst>
            </p:cNvPr>
            <p:cNvSpPr txBox="1"/>
            <p:nvPr/>
          </p:nvSpPr>
          <p:spPr>
            <a:xfrm>
              <a:off x="370942" y="669191"/>
              <a:ext cx="110460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Hospital_id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1D55D4F-579F-A468-A8D4-1024FDDC4376}"/>
                </a:ext>
              </a:extLst>
            </p:cNvPr>
            <p:cNvSpPr txBox="1"/>
            <p:nvPr/>
          </p:nvSpPr>
          <p:spPr>
            <a:xfrm>
              <a:off x="382271" y="875585"/>
              <a:ext cx="1104607" cy="641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is_wheelchair_accessible</a:t>
              </a:r>
              <a:endParaRPr lang="en-US" altLang="ko-KR" sz="1000" dirty="0"/>
            </a:p>
            <a:p>
              <a:r>
                <a:rPr lang="en-US" altLang="ko-KR" sz="1000" dirty="0" err="1"/>
                <a:t>doctor_count</a:t>
              </a:r>
              <a:endParaRPr lang="en-US" altLang="ko-KR" sz="1000" dirty="0"/>
            </a:p>
            <a:p>
              <a:r>
                <a:rPr lang="en-US" altLang="ko-KR" sz="1000" dirty="0" err="1"/>
                <a:t>parking_info</a:t>
              </a:r>
              <a:endParaRPr lang="en-US" altLang="ko-KR" sz="1000" dirty="0"/>
            </a:p>
            <a:p>
              <a:r>
                <a:rPr lang="en-US" altLang="ko-KR" sz="1000" dirty="0" err="1"/>
                <a:t>avg_waiting_time</a:t>
              </a:r>
              <a:endParaRPr lang="en-US" altLang="ko-KR" sz="1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E026BC4-4150-0690-236B-4E73DA27959F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/>
                <a:t>HospitalDetail</a:t>
              </a:r>
              <a:endParaRPr lang="ko-KR" altLang="en-US" sz="1000" dirty="0"/>
            </a:p>
          </p:txBody>
        </p:sp>
      </p:grp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9E356F9-1A26-F30A-197F-4B91B4619CC1}"/>
              </a:ext>
            </a:extLst>
          </p:cNvPr>
          <p:cNvCxnSpPr>
            <a:cxnSpLocks/>
          </p:cNvCxnSpPr>
          <p:nvPr/>
        </p:nvCxnSpPr>
        <p:spPr>
          <a:xfrm flipH="1" flipV="1">
            <a:off x="4285721" y="1176609"/>
            <a:ext cx="2622949" cy="1643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978B103-B5E0-D4AC-799F-61DAEFE2412F}"/>
              </a:ext>
            </a:extLst>
          </p:cNvPr>
          <p:cNvCxnSpPr>
            <a:cxnSpLocks/>
          </p:cNvCxnSpPr>
          <p:nvPr/>
        </p:nvCxnSpPr>
        <p:spPr>
          <a:xfrm flipV="1">
            <a:off x="5556334" y="3467930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D978B103-B5E0-D4AC-799F-61DAEFE2412F}"/>
              </a:ext>
            </a:extLst>
          </p:cNvPr>
          <p:cNvCxnSpPr>
            <a:cxnSpLocks/>
          </p:cNvCxnSpPr>
          <p:nvPr/>
        </p:nvCxnSpPr>
        <p:spPr>
          <a:xfrm flipV="1">
            <a:off x="4321508" y="1093485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7A016921-5BAF-F27A-6859-E148673184D1}"/>
              </a:ext>
            </a:extLst>
          </p:cNvPr>
          <p:cNvSpPr/>
          <p:nvPr/>
        </p:nvSpPr>
        <p:spPr>
          <a:xfrm rot="16200000">
            <a:off x="5409973" y="3494103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FCEB735-6141-95DA-5275-4FBE013B2129}"/>
              </a:ext>
            </a:extLst>
          </p:cNvPr>
          <p:cNvSpPr/>
          <p:nvPr/>
        </p:nvSpPr>
        <p:spPr>
          <a:xfrm rot="16200000">
            <a:off x="7638446" y="4604241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C6DB9FE-3119-0AA0-ABB7-7E4FD5213F73}"/>
              </a:ext>
            </a:extLst>
          </p:cNvPr>
          <p:cNvCxnSpPr/>
          <p:nvPr/>
        </p:nvCxnSpPr>
        <p:spPr>
          <a:xfrm rot="16200000">
            <a:off x="7540302" y="4028266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BC6DB9FE-3119-0AA0-ABB7-7E4FD5213F73}"/>
              </a:ext>
            </a:extLst>
          </p:cNvPr>
          <p:cNvCxnSpPr/>
          <p:nvPr/>
        </p:nvCxnSpPr>
        <p:spPr>
          <a:xfrm rot="16200000">
            <a:off x="7702045" y="4502153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F4AFCC-6F67-CC44-1FED-B043938616C0}"/>
              </a:ext>
            </a:extLst>
          </p:cNvPr>
          <p:cNvGrpSpPr/>
          <p:nvPr/>
        </p:nvGrpSpPr>
        <p:grpSpPr>
          <a:xfrm>
            <a:off x="6766137" y="2740891"/>
            <a:ext cx="1422696" cy="1383996"/>
            <a:chOff x="330981" y="494341"/>
            <a:chExt cx="1207186" cy="1069179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A25785D-30F2-DBD0-5CF7-966C30868EA3}"/>
                </a:ext>
              </a:extLst>
            </p:cNvPr>
            <p:cNvSpPr/>
            <p:nvPr/>
          </p:nvSpPr>
          <p:spPr>
            <a:xfrm>
              <a:off x="397802" y="698678"/>
              <a:ext cx="1104607" cy="8648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8D8C5563-D4E9-A3E2-FCE8-F7847338518A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8699EF-9F47-584C-6A00-25876CC8D387}"/>
                </a:ext>
              </a:extLst>
            </p:cNvPr>
            <p:cNvSpPr txBox="1"/>
            <p:nvPr/>
          </p:nvSpPr>
          <p:spPr>
            <a:xfrm>
              <a:off x="403073" y="704136"/>
              <a:ext cx="110460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ID</a:t>
              </a:r>
              <a:endParaRPr lang="ko-KR" altLang="en-US" sz="1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9471E7-8DE1-A7D7-54DD-C34EFF6B9DF2}"/>
                </a:ext>
              </a:extLst>
            </p:cNvPr>
            <p:cNvSpPr txBox="1"/>
            <p:nvPr/>
          </p:nvSpPr>
          <p:spPr>
            <a:xfrm>
              <a:off x="382271" y="875585"/>
              <a:ext cx="1104607" cy="6657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name</a:t>
              </a:r>
            </a:p>
            <a:p>
              <a:r>
                <a:rPr lang="en-US" altLang="ko-KR" sz="1000" dirty="0"/>
                <a:t>category</a:t>
              </a:r>
            </a:p>
            <a:p>
              <a:r>
                <a:rPr lang="en-US" altLang="ko-KR" sz="1000" dirty="0"/>
                <a:t>address</a:t>
              </a:r>
            </a:p>
            <a:p>
              <a:r>
                <a:rPr lang="en-US" altLang="ko-KR" sz="1000" dirty="0"/>
                <a:t>point</a:t>
              </a:r>
            </a:p>
            <a:p>
              <a:endParaRPr lang="en-US" altLang="ko-KR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B9DD25-099C-91D3-6F51-976B61A1D634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Hospital</a:t>
              </a:r>
              <a:endParaRPr lang="ko-KR" altLang="en-US" sz="1000" dirty="0"/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489EC19-54D0-8303-8A2F-1A543C748D0B}"/>
              </a:ext>
            </a:extLst>
          </p:cNvPr>
          <p:cNvCxnSpPr>
            <a:cxnSpLocks/>
          </p:cNvCxnSpPr>
          <p:nvPr/>
        </p:nvCxnSpPr>
        <p:spPr>
          <a:xfrm>
            <a:off x="7711626" y="4173971"/>
            <a:ext cx="0" cy="62288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61DF068-0EFE-3033-95CB-D5ED8314F623}"/>
              </a:ext>
            </a:extLst>
          </p:cNvPr>
          <p:cNvCxnSpPr/>
          <p:nvPr/>
        </p:nvCxnSpPr>
        <p:spPr>
          <a:xfrm rot="16200000">
            <a:off x="7710232" y="4164552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30F82CE-2021-268D-DA50-56973CA8358C}"/>
              </a:ext>
            </a:extLst>
          </p:cNvPr>
          <p:cNvGrpSpPr/>
          <p:nvPr/>
        </p:nvGrpSpPr>
        <p:grpSpPr>
          <a:xfrm>
            <a:off x="9383844" y="522600"/>
            <a:ext cx="1422696" cy="1008385"/>
            <a:chOff x="330981" y="494341"/>
            <a:chExt cx="1207186" cy="734460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F30E894-AC31-A70E-E334-187AEA9A0279}"/>
                </a:ext>
              </a:extLst>
            </p:cNvPr>
            <p:cNvSpPr/>
            <p:nvPr/>
          </p:nvSpPr>
          <p:spPr>
            <a:xfrm>
              <a:off x="397802" y="698678"/>
              <a:ext cx="1104607" cy="5301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5DFA1468-AF89-EAF8-56D1-7837D28115EF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E212BA3-F320-22E1-5310-F36681DA2743}"/>
                </a:ext>
              </a:extLst>
            </p:cNvPr>
            <p:cNvSpPr txBox="1"/>
            <p:nvPr/>
          </p:nvSpPr>
          <p:spPr>
            <a:xfrm>
              <a:off x="403073" y="704136"/>
              <a:ext cx="110460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Reservation_id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6C253C5-FD96-2B70-DA10-816E6E89BBFD}"/>
                </a:ext>
              </a:extLst>
            </p:cNvPr>
            <p:cNvSpPr txBox="1"/>
            <p:nvPr/>
          </p:nvSpPr>
          <p:spPr>
            <a:xfrm>
              <a:off x="392532" y="875584"/>
              <a:ext cx="1104607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content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FD8C16B-47B6-79A0-58F4-F26545F789C2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Symptom</a:t>
              </a:r>
              <a:endParaRPr lang="ko-KR" altLang="en-US" sz="1000" dirty="0"/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BD353ED-D002-69F4-6DB0-C09DC7FD62F4}"/>
              </a:ext>
            </a:extLst>
          </p:cNvPr>
          <p:cNvCxnSpPr>
            <a:cxnSpLocks/>
          </p:cNvCxnSpPr>
          <p:nvPr/>
        </p:nvCxnSpPr>
        <p:spPr>
          <a:xfrm flipH="1">
            <a:off x="5317496" y="3559268"/>
            <a:ext cx="1527391" cy="801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8CCEB89-13E9-6133-497C-AFFA1AF34713}"/>
              </a:ext>
            </a:extLst>
          </p:cNvPr>
          <p:cNvCxnSpPr>
            <a:cxnSpLocks/>
          </p:cNvCxnSpPr>
          <p:nvPr/>
        </p:nvCxnSpPr>
        <p:spPr>
          <a:xfrm flipV="1">
            <a:off x="6749239" y="3461460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24C7104F-78C6-0864-13C8-C58FE9EA7740}"/>
              </a:ext>
            </a:extLst>
          </p:cNvPr>
          <p:cNvSpPr/>
          <p:nvPr/>
        </p:nvSpPr>
        <p:spPr>
          <a:xfrm rot="16200000">
            <a:off x="4749916" y="1765771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C4AB60F-2EC8-7FBC-AD0C-8B9E1C9417B2}"/>
              </a:ext>
            </a:extLst>
          </p:cNvPr>
          <p:cNvCxnSpPr>
            <a:cxnSpLocks/>
          </p:cNvCxnSpPr>
          <p:nvPr/>
        </p:nvCxnSpPr>
        <p:spPr>
          <a:xfrm flipV="1">
            <a:off x="4888595" y="1753843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0BFC8A8-D1DB-1315-A63A-FFED2441E7E2}"/>
              </a:ext>
            </a:extLst>
          </p:cNvPr>
          <p:cNvCxnSpPr>
            <a:cxnSpLocks/>
          </p:cNvCxnSpPr>
          <p:nvPr/>
        </p:nvCxnSpPr>
        <p:spPr>
          <a:xfrm flipV="1">
            <a:off x="4897264" y="1762218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FBD41DF-B10D-3B7F-B0F7-C8E5D1226174}"/>
              </a:ext>
            </a:extLst>
          </p:cNvPr>
          <p:cNvCxnSpPr>
            <a:cxnSpLocks/>
          </p:cNvCxnSpPr>
          <p:nvPr/>
        </p:nvCxnSpPr>
        <p:spPr>
          <a:xfrm>
            <a:off x="4897264" y="1845181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56D0F65-C13E-212E-6C40-76AD74A7492F}"/>
              </a:ext>
            </a:extLst>
          </p:cNvPr>
          <p:cNvCxnSpPr>
            <a:cxnSpLocks/>
          </p:cNvCxnSpPr>
          <p:nvPr/>
        </p:nvCxnSpPr>
        <p:spPr>
          <a:xfrm>
            <a:off x="7959312" y="1804846"/>
            <a:ext cx="0" cy="111025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0E88A05-83F5-D2FE-4826-824CB75EBF95}"/>
              </a:ext>
            </a:extLst>
          </p:cNvPr>
          <p:cNvCxnSpPr/>
          <p:nvPr/>
        </p:nvCxnSpPr>
        <p:spPr>
          <a:xfrm rot="16200000">
            <a:off x="7956428" y="1823471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FA087DAE-15B8-F531-6781-9616E49D996B}"/>
              </a:ext>
            </a:extLst>
          </p:cNvPr>
          <p:cNvSpPr/>
          <p:nvPr/>
        </p:nvSpPr>
        <p:spPr>
          <a:xfrm rot="16200000">
            <a:off x="7886132" y="1915310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98382AC1-C325-55B9-96A3-937CE718C3EA}"/>
              </a:ext>
            </a:extLst>
          </p:cNvPr>
          <p:cNvCxnSpPr/>
          <p:nvPr/>
        </p:nvCxnSpPr>
        <p:spPr>
          <a:xfrm rot="16200000">
            <a:off x="7913012" y="1869389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4C84E7F-473F-69E0-B850-4B9A00A1540B}"/>
              </a:ext>
            </a:extLst>
          </p:cNvPr>
          <p:cNvCxnSpPr/>
          <p:nvPr/>
        </p:nvCxnSpPr>
        <p:spPr>
          <a:xfrm rot="16200000" flipV="1">
            <a:off x="7870354" y="1823471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2CD92753-6EAE-1039-08D8-E3ACBF2EABC0}"/>
              </a:ext>
            </a:extLst>
          </p:cNvPr>
          <p:cNvCxnSpPr/>
          <p:nvPr/>
        </p:nvCxnSpPr>
        <p:spPr>
          <a:xfrm rot="16200000">
            <a:off x="7957304" y="1826353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D835AC73-D1B8-8868-ADF5-332E7D306520}"/>
              </a:ext>
            </a:extLst>
          </p:cNvPr>
          <p:cNvCxnSpPr/>
          <p:nvPr/>
        </p:nvCxnSpPr>
        <p:spPr>
          <a:xfrm rot="16200000">
            <a:off x="7974787" y="2693144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E235BA7-3C80-ED17-9D7B-CDBA0A139377}"/>
              </a:ext>
            </a:extLst>
          </p:cNvPr>
          <p:cNvCxnSpPr>
            <a:cxnSpLocks/>
          </p:cNvCxnSpPr>
          <p:nvPr/>
        </p:nvCxnSpPr>
        <p:spPr>
          <a:xfrm>
            <a:off x="8283590" y="1203785"/>
            <a:ext cx="117279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ABF025D-1553-0074-F0D7-8D20ACD16389}"/>
              </a:ext>
            </a:extLst>
          </p:cNvPr>
          <p:cNvCxnSpPr>
            <a:cxnSpLocks/>
          </p:cNvCxnSpPr>
          <p:nvPr/>
        </p:nvCxnSpPr>
        <p:spPr>
          <a:xfrm flipV="1">
            <a:off x="8388862" y="1124510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타원 94">
            <a:extLst>
              <a:ext uri="{FF2B5EF4-FFF2-40B4-BE49-F238E27FC236}">
                <a16:creationId xmlns:a16="http://schemas.microsoft.com/office/drawing/2014/main" id="{5FFF49DB-7CAC-5E13-A73F-C3905193167B}"/>
              </a:ext>
            </a:extLst>
          </p:cNvPr>
          <p:cNvSpPr/>
          <p:nvPr/>
        </p:nvSpPr>
        <p:spPr>
          <a:xfrm rot="5400000">
            <a:off x="9154121" y="1125515"/>
            <a:ext cx="146361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ECC20A2-2F48-3BB0-560B-63A1951DDCB6}"/>
              </a:ext>
            </a:extLst>
          </p:cNvPr>
          <p:cNvCxnSpPr/>
          <p:nvPr/>
        </p:nvCxnSpPr>
        <p:spPr>
          <a:xfrm rot="10800000">
            <a:off x="9305328" y="1113088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FC89E97-F5ED-32E3-D3B6-21441CE03F40}"/>
              </a:ext>
            </a:extLst>
          </p:cNvPr>
          <p:cNvCxnSpPr/>
          <p:nvPr/>
        </p:nvCxnSpPr>
        <p:spPr>
          <a:xfrm flipV="1">
            <a:off x="9309284" y="1113088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A050FFD2-5EEA-6A63-CD26-478C39631A8E}"/>
              </a:ext>
            </a:extLst>
          </p:cNvPr>
          <p:cNvCxnSpPr>
            <a:cxnSpLocks/>
          </p:cNvCxnSpPr>
          <p:nvPr/>
        </p:nvCxnSpPr>
        <p:spPr>
          <a:xfrm>
            <a:off x="9315888" y="1199162"/>
            <a:ext cx="91839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E3CD962E-1793-AD5D-197C-00E8AA8B3724}"/>
              </a:ext>
            </a:extLst>
          </p:cNvPr>
          <p:cNvGrpSpPr/>
          <p:nvPr/>
        </p:nvGrpSpPr>
        <p:grpSpPr>
          <a:xfrm>
            <a:off x="4961043" y="1382684"/>
            <a:ext cx="1422696" cy="1663052"/>
            <a:chOff x="330981" y="494341"/>
            <a:chExt cx="1207186" cy="1284758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E0593110-FB86-72C8-F0A3-43C2ECC1EF26}"/>
                </a:ext>
              </a:extLst>
            </p:cNvPr>
            <p:cNvSpPr/>
            <p:nvPr/>
          </p:nvSpPr>
          <p:spPr>
            <a:xfrm>
              <a:off x="397802" y="698678"/>
              <a:ext cx="1104607" cy="95723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DF4332B0-5F6B-2B0B-19A9-3A66C240A962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F88A706-5BF3-A4BA-2EE2-406CF2BEBF66}"/>
                </a:ext>
              </a:extLst>
            </p:cNvPr>
            <p:cNvSpPr txBox="1"/>
            <p:nvPr/>
          </p:nvSpPr>
          <p:spPr>
            <a:xfrm>
              <a:off x="403073" y="704136"/>
              <a:ext cx="110460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ID</a:t>
              </a:r>
              <a:endParaRPr lang="ko-KR" altLang="en-US" sz="10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430B5B2-4A13-7DA0-1E92-A971FA5F84F8}"/>
                </a:ext>
              </a:extLst>
            </p:cNvPr>
            <p:cNvSpPr txBox="1"/>
            <p:nvPr/>
          </p:nvSpPr>
          <p:spPr>
            <a:xfrm>
              <a:off x="382271" y="875585"/>
              <a:ext cx="1104607" cy="903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Member_id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 err="1"/>
                <a:t>Hospital_id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 err="1"/>
                <a:t>Reservation_id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rating	</a:t>
              </a:r>
            </a:p>
            <a:p>
              <a:r>
                <a:rPr lang="en-US" altLang="ko-KR" sz="1000" dirty="0"/>
                <a:t>content</a:t>
              </a:r>
            </a:p>
            <a:p>
              <a:r>
                <a:rPr lang="en-US" altLang="ko-KR" sz="1000" dirty="0" err="1"/>
                <a:t>created_at</a:t>
              </a:r>
              <a:endParaRPr lang="en-US" altLang="ko-KR" sz="1000" dirty="0"/>
            </a:p>
            <a:p>
              <a:endParaRPr lang="en-US" altLang="ko-KR" sz="10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75EB24-514D-B036-D979-3207EE83F491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Review</a:t>
              </a:r>
              <a:endParaRPr lang="ko-KR" altLang="en-US" sz="1000" dirty="0"/>
            </a:p>
          </p:txBody>
        </p:sp>
      </p:grp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39D02507-86F6-18D1-AC3F-DDCF07322587}"/>
              </a:ext>
            </a:extLst>
          </p:cNvPr>
          <p:cNvCxnSpPr>
            <a:cxnSpLocks/>
          </p:cNvCxnSpPr>
          <p:nvPr/>
        </p:nvCxnSpPr>
        <p:spPr>
          <a:xfrm flipH="1" flipV="1">
            <a:off x="4278832" y="1823172"/>
            <a:ext cx="742657" cy="569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9DE588D3-5579-76BE-38C0-E3F56F187627}"/>
              </a:ext>
            </a:extLst>
          </p:cNvPr>
          <p:cNvCxnSpPr>
            <a:cxnSpLocks/>
          </p:cNvCxnSpPr>
          <p:nvPr/>
        </p:nvCxnSpPr>
        <p:spPr>
          <a:xfrm flipH="1">
            <a:off x="6323293" y="1763785"/>
            <a:ext cx="6785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F7661566-FA85-D45D-AAD9-223B6CD219DC}"/>
              </a:ext>
            </a:extLst>
          </p:cNvPr>
          <p:cNvCxnSpPr>
            <a:cxnSpLocks/>
          </p:cNvCxnSpPr>
          <p:nvPr/>
        </p:nvCxnSpPr>
        <p:spPr>
          <a:xfrm flipV="1">
            <a:off x="4324227" y="1734121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AA5B018F-BF6F-DE05-68B4-7FD60D017901}"/>
              </a:ext>
            </a:extLst>
          </p:cNvPr>
          <p:cNvCxnSpPr>
            <a:cxnSpLocks/>
          </p:cNvCxnSpPr>
          <p:nvPr/>
        </p:nvCxnSpPr>
        <p:spPr>
          <a:xfrm flipV="1">
            <a:off x="6908670" y="1661095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4EAF8C44-24FE-B811-5A1E-3C59D715108C}"/>
              </a:ext>
            </a:extLst>
          </p:cNvPr>
          <p:cNvCxnSpPr>
            <a:cxnSpLocks/>
          </p:cNvCxnSpPr>
          <p:nvPr/>
        </p:nvCxnSpPr>
        <p:spPr>
          <a:xfrm flipV="1">
            <a:off x="6404508" y="1664252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타원 119">
            <a:extLst>
              <a:ext uri="{FF2B5EF4-FFF2-40B4-BE49-F238E27FC236}">
                <a16:creationId xmlns:a16="http://schemas.microsoft.com/office/drawing/2014/main" id="{AC41C6AE-3B3C-4B5F-A87B-CCE8C891142C}"/>
              </a:ext>
            </a:extLst>
          </p:cNvPr>
          <p:cNvSpPr/>
          <p:nvPr/>
        </p:nvSpPr>
        <p:spPr>
          <a:xfrm rot="16200000">
            <a:off x="6413927" y="1694866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92AAC7D0-8D95-7373-9ECB-0F798CA03053}"/>
              </a:ext>
            </a:extLst>
          </p:cNvPr>
          <p:cNvCxnSpPr>
            <a:cxnSpLocks/>
          </p:cNvCxnSpPr>
          <p:nvPr/>
        </p:nvCxnSpPr>
        <p:spPr>
          <a:xfrm flipH="1">
            <a:off x="6323293" y="2414517"/>
            <a:ext cx="80060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7B85879-D310-D2E6-6A8F-847D39570F7F}"/>
              </a:ext>
            </a:extLst>
          </p:cNvPr>
          <p:cNvCxnSpPr>
            <a:cxnSpLocks/>
          </p:cNvCxnSpPr>
          <p:nvPr/>
        </p:nvCxnSpPr>
        <p:spPr>
          <a:xfrm flipV="1">
            <a:off x="7161493" y="2455899"/>
            <a:ext cx="0" cy="56420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5D1751A2-2D47-4FAF-92E5-0F0ADDB61C8F}"/>
              </a:ext>
            </a:extLst>
          </p:cNvPr>
          <p:cNvCxnSpPr>
            <a:cxnSpLocks/>
          </p:cNvCxnSpPr>
          <p:nvPr/>
        </p:nvCxnSpPr>
        <p:spPr>
          <a:xfrm flipV="1">
            <a:off x="6662551" y="3931246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C06AFB81-0EF9-34EE-2FDB-E5A69A772ECB}"/>
              </a:ext>
            </a:extLst>
          </p:cNvPr>
          <p:cNvCxnSpPr/>
          <p:nvPr/>
        </p:nvCxnSpPr>
        <p:spPr>
          <a:xfrm rot="16200000">
            <a:off x="7161493" y="2693142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5BF9EF13-89A4-F76E-0BAB-E3893AFE4799}"/>
              </a:ext>
            </a:extLst>
          </p:cNvPr>
          <p:cNvCxnSpPr>
            <a:cxnSpLocks/>
          </p:cNvCxnSpPr>
          <p:nvPr/>
        </p:nvCxnSpPr>
        <p:spPr>
          <a:xfrm flipV="1">
            <a:off x="6471859" y="2326071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A14607F1-9FDF-B2E8-2F36-BC65F01AD946}"/>
              </a:ext>
            </a:extLst>
          </p:cNvPr>
          <p:cNvCxnSpPr>
            <a:cxnSpLocks/>
          </p:cNvCxnSpPr>
          <p:nvPr/>
        </p:nvCxnSpPr>
        <p:spPr>
          <a:xfrm flipV="1">
            <a:off x="6398857" y="2424991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C6849B5E-07E4-315B-A5E6-5A856099003E}"/>
              </a:ext>
            </a:extLst>
          </p:cNvPr>
          <p:cNvCxnSpPr>
            <a:cxnSpLocks/>
          </p:cNvCxnSpPr>
          <p:nvPr/>
        </p:nvCxnSpPr>
        <p:spPr>
          <a:xfrm>
            <a:off x="6403767" y="2354189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606A1BBC-9E2A-2FB2-C2DB-8DEF53ECEA6B}"/>
              </a:ext>
            </a:extLst>
          </p:cNvPr>
          <p:cNvSpPr/>
          <p:nvPr/>
        </p:nvSpPr>
        <p:spPr>
          <a:xfrm rot="16200000">
            <a:off x="6481278" y="2356685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6C13B18-49BC-13CF-4FE8-08B5F7511F6D}"/>
              </a:ext>
            </a:extLst>
          </p:cNvPr>
          <p:cNvGrpSpPr/>
          <p:nvPr/>
        </p:nvGrpSpPr>
        <p:grpSpPr>
          <a:xfrm>
            <a:off x="3380385" y="4591108"/>
            <a:ext cx="1422696" cy="1173407"/>
            <a:chOff x="330981" y="494341"/>
            <a:chExt cx="1207186" cy="1069179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C40E58D-1E2C-6D18-2D88-06E1811524CA}"/>
                </a:ext>
              </a:extLst>
            </p:cNvPr>
            <p:cNvSpPr/>
            <p:nvPr/>
          </p:nvSpPr>
          <p:spPr>
            <a:xfrm>
              <a:off x="397802" y="698678"/>
              <a:ext cx="1104607" cy="8648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D175F9B5-05A1-FA34-C5C7-C953B3E416CF}"/>
                </a:ext>
              </a:extLst>
            </p:cNvPr>
            <p:cNvCxnSpPr/>
            <p:nvPr/>
          </p:nvCxnSpPr>
          <p:spPr>
            <a:xfrm>
              <a:off x="397802" y="874982"/>
              <a:ext cx="110460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52FCD98-EF60-9453-DF9F-7CD58296448D}"/>
                </a:ext>
              </a:extLst>
            </p:cNvPr>
            <p:cNvSpPr txBox="1"/>
            <p:nvPr/>
          </p:nvSpPr>
          <p:spPr>
            <a:xfrm>
              <a:off x="403073" y="704136"/>
              <a:ext cx="110460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ID</a:t>
              </a:r>
              <a:endParaRPr lang="ko-KR" altLang="en-US" sz="10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210DF9-80CB-F52E-E0B7-4CBE08F8D1BD}"/>
                </a:ext>
              </a:extLst>
            </p:cNvPr>
            <p:cNvSpPr txBox="1"/>
            <p:nvPr/>
          </p:nvSpPr>
          <p:spPr>
            <a:xfrm>
              <a:off x="382271" y="875585"/>
              <a:ext cx="1104607" cy="427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/>
                <a:t>Member_id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 err="1"/>
                <a:t>Hospital_id</a:t>
              </a:r>
              <a:r>
                <a:rPr lang="en-US" altLang="ko-KR" sz="1000" dirty="0"/>
                <a:t> (</a:t>
              </a:r>
              <a:r>
                <a:rPr lang="en-US" altLang="ko-KR" sz="1000" dirty="0" err="1"/>
                <a:t>fk</a:t>
              </a:r>
              <a:r>
                <a:rPr lang="en-US" altLang="ko-KR" sz="1000" dirty="0"/>
                <a:t>)</a:t>
              </a:r>
            </a:p>
            <a:p>
              <a:endParaRPr lang="en-US" altLang="ko-KR" sz="1000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47F890E-3543-E660-DB69-CEA424455079}"/>
                </a:ext>
              </a:extLst>
            </p:cNvPr>
            <p:cNvSpPr txBox="1"/>
            <p:nvPr/>
          </p:nvSpPr>
          <p:spPr>
            <a:xfrm>
              <a:off x="330981" y="494341"/>
              <a:ext cx="1207186" cy="19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Favorite</a:t>
              </a:r>
              <a:endParaRPr lang="ko-KR" altLang="en-US" sz="1000" dirty="0"/>
            </a:p>
          </p:txBody>
        </p:sp>
      </p:grp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AAD8BF3F-3C09-B4BD-A328-AF81D25DF2C2}"/>
              </a:ext>
            </a:extLst>
          </p:cNvPr>
          <p:cNvCxnSpPr>
            <a:cxnSpLocks/>
          </p:cNvCxnSpPr>
          <p:nvPr/>
        </p:nvCxnSpPr>
        <p:spPr>
          <a:xfrm flipH="1" flipV="1">
            <a:off x="1357401" y="1235058"/>
            <a:ext cx="1599997" cy="1002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606B7C7F-1122-D4AD-17D3-916DC970F5BA}"/>
              </a:ext>
            </a:extLst>
          </p:cNvPr>
          <p:cNvCxnSpPr>
            <a:cxnSpLocks/>
          </p:cNvCxnSpPr>
          <p:nvPr/>
        </p:nvCxnSpPr>
        <p:spPr>
          <a:xfrm flipV="1">
            <a:off x="1384492" y="1258967"/>
            <a:ext cx="0" cy="405704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CD6C68D-8DAA-A01F-7059-5A3C9DE5A0BE}"/>
              </a:ext>
            </a:extLst>
          </p:cNvPr>
          <p:cNvCxnSpPr>
            <a:cxnSpLocks/>
          </p:cNvCxnSpPr>
          <p:nvPr/>
        </p:nvCxnSpPr>
        <p:spPr>
          <a:xfrm flipH="1" flipV="1">
            <a:off x="1384492" y="5329901"/>
            <a:ext cx="1972094" cy="1235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4E18239F-909C-EE9D-55D3-CCDF87C7484C}"/>
              </a:ext>
            </a:extLst>
          </p:cNvPr>
          <p:cNvCxnSpPr>
            <a:cxnSpLocks/>
          </p:cNvCxnSpPr>
          <p:nvPr/>
        </p:nvCxnSpPr>
        <p:spPr>
          <a:xfrm flipV="1">
            <a:off x="2771599" y="1153742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타원 148">
            <a:extLst>
              <a:ext uri="{FF2B5EF4-FFF2-40B4-BE49-F238E27FC236}">
                <a16:creationId xmlns:a16="http://schemas.microsoft.com/office/drawing/2014/main" id="{45B20F08-9C04-2DE2-1A86-CA233B93E544}"/>
              </a:ext>
            </a:extLst>
          </p:cNvPr>
          <p:cNvSpPr/>
          <p:nvPr/>
        </p:nvSpPr>
        <p:spPr>
          <a:xfrm rot="16200000">
            <a:off x="3108571" y="5262549"/>
            <a:ext cx="134703" cy="13470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657B5D5A-6705-2D32-C03F-E8299E6B8376}"/>
              </a:ext>
            </a:extLst>
          </p:cNvPr>
          <p:cNvCxnSpPr>
            <a:cxnSpLocks/>
          </p:cNvCxnSpPr>
          <p:nvPr/>
        </p:nvCxnSpPr>
        <p:spPr>
          <a:xfrm flipV="1">
            <a:off x="3247250" y="5250621"/>
            <a:ext cx="0" cy="182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0BFA0048-8CD6-4D52-D358-03F2A27ED882}"/>
              </a:ext>
            </a:extLst>
          </p:cNvPr>
          <p:cNvCxnSpPr>
            <a:cxnSpLocks/>
          </p:cNvCxnSpPr>
          <p:nvPr/>
        </p:nvCxnSpPr>
        <p:spPr>
          <a:xfrm flipV="1">
            <a:off x="3255919" y="5258996"/>
            <a:ext cx="63583" cy="6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0FBC0DA6-5D94-9303-8B22-E99C4976AEF6}"/>
              </a:ext>
            </a:extLst>
          </p:cNvPr>
          <p:cNvCxnSpPr>
            <a:cxnSpLocks/>
          </p:cNvCxnSpPr>
          <p:nvPr/>
        </p:nvCxnSpPr>
        <p:spPr>
          <a:xfrm>
            <a:off x="3255919" y="5341959"/>
            <a:ext cx="68092" cy="68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B2F32F55-A2E5-0398-9E16-2EB1A3F8217E}"/>
              </a:ext>
            </a:extLst>
          </p:cNvPr>
          <p:cNvCxnSpPr>
            <a:cxnSpLocks/>
          </p:cNvCxnSpPr>
          <p:nvPr/>
        </p:nvCxnSpPr>
        <p:spPr>
          <a:xfrm flipH="1" flipV="1">
            <a:off x="4692452" y="4016114"/>
            <a:ext cx="2066085" cy="1294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91E60E7F-D1C1-E701-74D9-A11659749378}"/>
              </a:ext>
            </a:extLst>
          </p:cNvPr>
          <p:cNvCxnSpPr>
            <a:cxnSpLocks/>
          </p:cNvCxnSpPr>
          <p:nvPr/>
        </p:nvCxnSpPr>
        <p:spPr>
          <a:xfrm>
            <a:off x="4659664" y="4016114"/>
            <a:ext cx="0" cy="67334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12CD37E2-AC22-710D-2202-42B6A7BC17C4}"/>
              </a:ext>
            </a:extLst>
          </p:cNvPr>
          <p:cNvSpPr/>
          <p:nvPr/>
        </p:nvSpPr>
        <p:spPr>
          <a:xfrm rot="5400000">
            <a:off x="4587779" y="4429679"/>
            <a:ext cx="146360" cy="14636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218E668D-28A2-AF1B-8E35-503A1192A3BF}"/>
              </a:ext>
            </a:extLst>
          </p:cNvPr>
          <p:cNvCxnSpPr>
            <a:cxnSpLocks/>
          </p:cNvCxnSpPr>
          <p:nvPr/>
        </p:nvCxnSpPr>
        <p:spPr>
          <a:xfrm rot="5400000">
            <a:off x="4662966" y="4487085"/>
            <a:ext cx="0" cy="17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F45D2AF3-2508-462E-7E18-8E0CDB504B51}"/>
              </a:ext>
            </a:extLst>
          </p:cNvPr>
          <p:cNvCxnSpPr>
            <a:cxnSpLocks/>
          </p:cNvCxnSpPr>
          <p:nvPr/>
        </p:nvCxnSpPr>
        <p:spPr>
          <a:xfrm rot="5400000" flipV="1">
            <a:off x="4658078" y="4576041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0AF1D705-21CE-14F0-277D-087A5987C0D6}"/>
              </a:ext>
            </a:extLst>
          </p:cNvPr>
          <p:cNvCxnSpPr>
            <a:cxnSpLocks/>
          </p:cNvCxnSpPr>
          <p:nvPr/>
        </p:nvCxnSpPr>
        <p:spPr>
          <a:xfrm rot="5400000">
            <a:off x="4615419" y="4621961"/>
            <a:ext cx="918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C3FC5133-909E-2DC9-AFCA-888DE3EE60E0}"/>
              </a:ext>
            </a:extLst>
          </p:cNvPr>
          <p:cNvCxnSpPr>
            <a:cxnSpLocks/>
          </p:cNvCxnSpPr>
          <p:nvPr/>
        </p:nvCxnSpPr>
        <p:spPr>
          <a:xfrm rot="5400000">
            <a:off x="4572004" y="4576041"/>
            <a:ext cx="91838" cy="918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26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6514</TotalTime>
  <Words>614</Words>
  <Application>Microsoft Office PowerPoint</Application>
  <PresentationFormat>와이드스크린</PresentationFormat>
  <Paragraphs>273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Arial</vt:lpstr>
      <vt:lpstr>KoPubWorld돋움체 Bold</vt:lpstr>
      <vt:lpstr>KoPubWorld돋움체 Medium</vt:lpstr>
      <vt:lpstr>KoPubWorld돋움체 Light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JAISE’18</dc:title>
  <dc:creator>Windows 사용자</dc:creator>
  <cp:lastModifiedBy>jonghwa lee</cp:lastModifiedBy>
  <cp:revision>342</cp:revision>
  <dcterms:created xsi:type="dcterms:W3CDTF">2018-08-23T01:36:56Z</dcterms:created>
  <dcterms:modified xsi:type="dcterms:W3CDTF">2026-03-04T05:28:57Z</dcterms:modified>
</cp:coreProperties>
</file>